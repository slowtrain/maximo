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29" r:id="rId2"/>
    <p:sldId id="27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12" autoAdjust="0"/>
    <p:restoredTop sz="96203" autoAdjust="0"/>
  </p:normalViewPr>
  <p:slideViewPr>
    <p:cSldViewPr snapToGrid="0">
      <p:cViewPr varScale="1">
        <p:scale>
          <a:sx n="119" d="100"/>
          <a:sy n="119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E YOUNG SUN" userId="4cba15f4-8bf9-4c9d-8fe8-b71ed5cebc79" providerId="ADAL" clId="{7DED45E5-9D7E-3242-B556-BC1DCD8724F3}"/>
    <pc:docChg chg="custSel modSld">
      <pc:chgData name="AE YOUNG SUN" userId="4cba15f4-8bf9-4c9d-8fe8-b71ed5cebc79" providerId="ADAL" clId="{7DED45E5-9D7E-3242-B556-BC1DCD8724F3}" dt="2026-06-23T14:05:23.956" v="40" actId="20577"/>
      <pc:docMkLst>
        <pc:docMk/>
      </pc:docMkLst>
      <pc:sldChg chg="delSp modSp mod">
        <pc:chgData name="AE YOUNG SUN" userId="4cba15f4-8bf9-4c9d-8fe8-b71ed5cebc79" providerId="ADAL" clId="{7DED45E5-9D7E-3242-B556-BC1DCD8724F3}" dt="2026-06-23T14:05:23.956" v="40" actId="20577"/>
        <pc:sldMkLst>
          <pc:docMk/>
          <pc:sldMk cId="3282439094" sldId="329"/>
        </pc:sldMkLst>
        <pc:spChg chg="del">
          <ac:chgData name="AE YOUNG SUN" userId="4cba15f4-8bf9-4c9d-8fe8-b71ed5cebc79" providerId="ADAL" clId="{7DED45E5-9D7E-3242-B556-BC1DCD8724F3}" dt="2026-06-23T14:03:55.707" v="1" actId="478"/>
          <ac:spMkLst>
            <pc:docMk/>
            <pc:sldMk cId="3282439094" sldId="329"/>
            <ac:spMk id="15" creationId="{2525BDF1-1B5F-D371-7546-C134AE987443}"/>
          </ac:spMkLst>
        </pc:spChg>
        <pc:spChg chg="mod">
          <ac:chgData name="AE YOUNG SUN" userId="4cba15f4-8bf9-4c9d-8fe8-b71ed5cebc79" providerId="ADAL" clId="{7DED45E5-9D7E-3242-B556-BC1DCD8724F3}" dt="2026-06-23T14:04:41.718" v="22" actId="6549"/>
          <ac:spMkLst>
            <pc:docMk/>
            <pc:sldMk cId="3282439094" sldId="329"/>
            <ac:spMk id="28" creationId="{8CE4BF4F-06FA-18BA-26EE-C30E410F34EA}"/>
          </ac:spMkLst>
        </pc:spChg>
        <pc:spChg chg="mod">
          <ac:chgData name="AE YOUNG SUN" userId="4cba15f4-8bf9-4c9d-8fe8-b71ed5cebc79" providerId="ADAL" clId="{7DED45E5-9D7E-3242-B556-BC1DCD8724F3}" dt="2026-06-23T14:04:25.067" v="10" actId="20577"/>
          <ac:spMkLst>
            <pc:docMk/>
            <pc:sldMk cId="3282439094" sldId="329"/>
            <ac:spMk id="29" creationId="{2F04FACE-4EF7-73ED-0DB8-9B02D1BE713E}"/>
          </ac:spMkLst>
        </pc:spChg>
        <pc:spChg chg="mod">
          <ac:chgData name="AE YOUNG SUN" userId="4cba15f4-8bf9-4c9d-8fe8-b71ed5cebc79" providerId="ADAL" clId="{7DED45E5-9D7E-3242-B556-BC1DCD8724F3}" dt="2026-06-23T14:05:23.956" v="40" actId="20577"/>
          <ac:spMkLst>
            <pc:docMk/>
            <pc:sldMk cId="3282439094" sldId="329"/>
            <ac:spMk id="790" creationId="{D2950A74-431D-E760-2895-FFB36CCB4A11}"/>
          </ac:spMkLst>
        </pc:spChg>
        <pc:spChg chg="mod">
          <ac:chgData name="AE YOUNG SUN" userId="4cba15f4-8bf9-4c9d-8fe8-b71ed5cebc79" providerId="ADAL" clId="{7DED45E5-9D7E-3242-B556-BC1DCD8724F3}" dt="2026-06-23T14:05:18.846" v="37" actId="20577"/>
          <ac:spMkLst>
            <pc:docMk/>
            <pc:sldMk cId="3282439094" sldId="329"/>
            <ac:spMk id="791" creationId="{B3A885AD-456B-70B7-27BB-E83DEC6DFC6E}"/>
          </ac:spMkLst>
        </pc:spChg>
        <pc:spChg chg="mod">
          <ac:chgData name="AE YOUNG SUN" userId="4cba15f4-8bf9-4c9d-8fe8-b71ed5cebc79" providerId="ADAL" clId="{7DED45E5-9D7E-3242-B556-BC1DCD8724F3}" dt="2026-06-23T14:05:04.132" v="32" actId="20577"/>
          <ac:spMkLst>
            <pc:docMk/>
            <pc:sldMk cId="3282439094" sldId="329"/>
            <ac:spMk id="797" creationId="{EE8B19D6-B60F-E675-4F91-4720B8079F7F}"/>
          </ac:spMkLst>
        </pc:spChg>
        <pc:grpChg chg="del">
          <ac:chgData name="AE YOUNG SUN" userId="4cba15f4-8bf9-4c9d-8fe8-b71ed5cebc79" providerId="ADAL" clId="{7DED45E5-9D7E-3242-B556-BC1DCD8724F3}" dt="2026-06-23T14:03:53.790" v="0" actId="478"/>
          <ac:grpSpMkLst>
            <pc:docMk/>
            <pc:sldMk cId="3282439094" sldId="329"/>
            <ac:grpSpMk id="59" creationId="{F681106E-E2E1-CA6E-F417-8C9AC59AE235}"/>
          </ac:grpSpMkLst>
        </pc:grpChg>
      </pc:sldChg>
    </pc:docChg>
  </pc:docChgLst>
  <pc:docChgLst>
    <pc:chgData name="AE YOUNG SUN" userId="4cba15f4-8bf9-4c9d-8fe8-b71ed5cebc79" providerId="ADAL" clId="{26EDEBA8-6435-DA44-AD4C-AAFEB7FA37D3}"/>
    <pc:docChg chg="modSld">
      <pc:chgData name="AE YOUNG SUN" userId="4cba15f4-8bf9-4c9d-8fe8-b71ed5cebc79" providerId="ADAL" clId="{26EDEBA8-6435-DA44-AD4C-AAFEB7FA37D3}" dt="2026-06-08T04:16:13.136" v="45"/>
      <pc:docMkLst>
        <pc:docMk/>
      </pc:docMkLst>
      <pc:sldChg chg="modSp mod modNotesTx">
        <pc:chgData name="AE YOUNG SUN" userId="4cba15f4-8bf9-4c9d-8fe8-b71ed5cebc79" providerId="ADAL" clId="{26EDEBA8-6435-DA44-AD4C-AAFEB7FA37D3}" dt="2026-06-08T04:16:13.136" v="45"/>
        <pc:sldMkLst>
          <pc:docMk/>
          <pc:sldMk cId="3282439094" sldId="329"/>
        </pc:sldMkLst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3" creationId="{2C009102-CFE2-D206-626D-093813760378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6" creationId="{D64F0B5D-0E7C-4FC7-E1D9-C452D6E74232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16" creationId="{3332226F-938E-F8EE-9E0C-92B3AC8AC92D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17" creationId="{33E30FB0-F63B-F340-9214-AC96F8233DE7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21" creationId="{21971D2D-02AB-C8ED-83B7-F51147734019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22" creationId="{614166A5-3BAF-F685-780A-BE75F1793811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23" creationId="{86481AE0-16B9-47AC-561F-6D8A6E0FD9FF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24" creationId="{9C35ABE1-8525-1F54-7BE5-DCA69F274B04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25" creationId="{527C6B60-49A3-0B15-1BCE-CC04BB0BBF2A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26" creationId="{6294816D-5420-1A79-FD52-B898AA56DCB5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27" creationId="{3C478C02-6E91-EFB1-7AC5-4E78339169EF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28" creationId="{8CE4BF4F-06FA-18BA-26EE-C30E410F34EA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29" creationId="{2F04FACE-4EF7-73ED-0DB8-9B02D1BE713E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30" creationId="{9E708EDD-CB6C-F327-F922-FE47AE306E48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31" creationId="{4DA7AA38-4EBB-EDDC-9715-5F38203E85BB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32" creationId="{BA56AEE0-A3D6-3C3A-33DB-D104CE710A5E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33" creationId="{26458336-0D01-6F83-00DB-2D23E239BFF3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34" creationId="{E128A5B6-4076-2435-99AC-7A8F855C708B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706" creationId="{40BC1579-74C1-D39B-3411-0E2DBFDA1ABA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822" creationId="{192B8278-3058-9E22-59EF-793C70CCB1A8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823" creationId="{0944A850-C52E-06CA-D47A-B86643AC4FF6}"/>
          </ac:spMkLst>
        </pc:spChg>
        <pc:spChg chg="mod">
          <ac:chgData name="AE YOUNG SUN" userId="4cba15f4-8bf9-4c9d-8fe8-b71ed5cebc79" providerId="ADAL" clId="{26EDEBA8-6435-DA44-AD4C-AAFEB7FA37D3}" dt="2026-06-08T04:15:59.172" v="44" actId="1038"/>
          <ac:spMkLst>
            <pc:docMk/>
            <pc:sldMk cId="3282439094" sldId="329"/>
            <ac:spMk id="825" creationId="{3B98C71E-D0BE-FC70-41AF-38CAC85FAB4E}"/>
          </ac:spMkLst>
        </pc:spChg>
        <pc:grpChg chg="mod">
          <ac:chgData name="AE YOUNG SUN" userId="4cba15f4-8bf9-4c9d-8fe8-b71ed5cebc79" providerId="ADAL" clId="{26EDEBA8-6435-DA44-AD4C-AAFEB7FA37D3}" dt="2026-06-08T04:15:59.172" v="44" actId="1038"/>
          <ac:grpSpMkLst>
            <pc:docMk/>
            <pc:sldMk cId="3282439094" sldId="329"/>
            <ac:grpSpMk id="45" creationId="{D36EDB67-93A0-650D-DAEF-AEB7D218F737}"/>
          </ac:grpSpMkLst>
        </pc:grpChg>
        <pc:grpChg chg="mod">
          <ac:chgData name="AE YOUNG SUN" userId="4cba15f4-8bf9-4c9d-8fe8-b71ed5cebc79" providerId="ADAL" clId="{26EDEBA8-6435-DA44-AD4C-AAFEB7FA37D3}" dt="2026-06-08T04:15:59.172" v="44" actId="1038"/>
          <ac:grpSpMkLst>
            <pc:docMk/>
            <pc:sldMk cId="3282439094" sldId="329"/>
            <ac:grpSpMk id="46" creationId="{0ADA0380-5DED-A8E2-0A05-BA719815B561}"/>
          </ac:grpSpMkLst>
        </pc:grpChg>
        <pc:grpChg chg="mod">
          <ac:chgData name="AE YOUNG SUN" userId="4cba15f4-8bf9-4c9d-8fe8-b71ed5cebc79" providerId="ADAL" clId="{26EDEBA8-6435-DA44-AD4C-AAFEB7FA37D3}" dt="2026-06-08T04:15:59.172" v="44" actId="1038"/>
          <ac:grpSpMkLst>
            <pc:docMk/>
            <pc:sldMk cId="3282439094" sldId="329"/>
            <ac:grpSpMk id="47" creationId="{D6B95CD1-A6BE-D052-EF8B-CD1F60DFA577}"/>
          </ac:grpSpMkLst>
        </pc:grpChg>
        <pc:grpChg chg="mod">
          <ac:chgData name="AE YOUNG SUN" userId="4cba15f4-8bf9-4c9d-8fe8-b71ed5cebc79" providerId="ADAL" clId="{26EDEBA8-6435-DA44-AD4C-AAFEB7FA37D3}" dt="2026-06-08T04:15:59.172" v="44" actId="1038"/>
          <ac:grpSpMkLst>
            <pc:docMk/>
            <pc:sldMk cId="3282439094" sldId="329"/>
            <ac:grpSpMk id="52" creationId="{11734971-E4BF-4A03-9142-92609BB6A70F}"/>
          </ac:grpSpMkLst>
        </pc:grpChg>
        <pc:grpChg chg="mod">
          <ac:chgData name="AE YOUNG SUN" userId="4cba15f4-8bf9-4c9d-8fe8-b71ed5cebc79" providerId="ADAL" clId="{26EDEBA8-6435-DA44-AD4C-AAFEB7FA37D3}" dt="2026-06-08T04:15:59.172" v="44" actId="1038"/>
          <ac:grpSpMkLst>
            <pc:docMk/>
            <pc:sldMk cId="3282439094" sldId="329"/>
            <ac:grpSpMk id="59" creationId="{F681106E-E2E1-CA6E-F417-8C9AC59AE235}"/>
          </ac:grpSpMkLst>
        </pc:grpChg>
      </pc:sldChg>
    </pc:docChg>
  </pc:docChgLst>
  <pc:docChgLst>
    <pc:chgData name="AE YOUNG SUN" userId="4cba15f4-8bf9-4c9d-8fe8-b71ed5cebc79" providerId="ADAL" clId="{A5CCBBD6-FF06-4444-AFBC-2BEF0C557E4A}"/>
    <pc:docChg chg="custSel modSld">
      <pc:chgData name="AE YOUNG SUN" userId="4cba15f4-8bf9-4c9d-8fe8-b71ed5cebc79" providerId="ADAL" clId="{A5CCBBD6-FF06-4444-AFBC-2BEF0C557E4A}" dt="2026-06-12T03:54:05.355" v="545" actId="14100"/>
      <pc:docMkLst>
        <pc:docMk/>
      </pc:docMkLst>
      <pc:sldChg chg="addSp modSp mod">
        <pc:chgData name="AE YOUNG SUN" userId="4cba15f4-8bf9-4c9d-8fe8-b71ed5cebc79" providerId="ADAL" clId="{A5CCBBD6-FF06-4444-AFBC-2BEF0C557E4A}" dt="2026-06-12T03:54:05.355" v="545" actId="14100"/>
        <pc:sldMkLst>
          <pc:docMk/>
          <pc:sldMk cId="2368675084" sldId="270"/>
        </pc:sldMkLst>
        <pc:spChg chg="add mod">
          <ac:chgData name="AE YOUNG SUN" userId="4cba15f4-8bf9-4c9d-8fe8-b71ed5cebc79" providerId="ADAL" clId="{A5CCBBD6-FF06-4444-AFBC-2BEF0C557E4A}" dt="2026-06-12T03:54:05.355" v="545" actId="14100"/>
          <ac:spMkLst>
            <pc:docMk/>
            <pc:sldMk cId="2368675084" sldId="270"/>
            <ac:spMk id="2" creationId="{41B45EF3-5E00-A904-8AB7-EEF3073BD3F0}"/>
          </ac:spMkLst>
        </pc:spChg>
        <pc:graphicFrameChg chg="mod">
          <ac:chgData name="AE YOUNG SUN" userId="4cba15f4-8bf9-4c9d-8fe8-b71ed5cebc79" providerId="ADAL" clId="{A5CCBBD6-FF06-4444-AFBC-2BEF0C557E4A}" dt="2026-06-12T03:51:42.641" v="353" actId="1035"/>
          <ac:graphicFrameMkLst>
            <pc:docMk/>
            <pc:sldMk cId="2368675084" sldId="270"/>
            <ac:graphicFrameMk id="3" creationId="{354B24A1-5BC2-0801-3A88-F87CBF305804}"/>
          </ac:graphicFrameMkLst>
        </pc:graphicFrameChg>
      </pc:sldChg>
      <pc:sldChg chg="addSp delSp modSp mod">
        <pc:chgData name="AE YOUNG SUN" userId="4cba15f4-8bf9-4c9d-8fe8-b71ed5cebc79" providerId="ADAL" clId="{A5CCBBD6-FF06-4444-AFBC-2BEF0C557E4A}" dt="2026-06-12T03:51:10.983" v="342" actId="1076"/>
        <pc:sldMkLst>
          <pc:docMk/>
          <pc:sldMk cId="3282439094" sldId="329"/>
        </pc:sldMkLst>
        <pc:spChg chg="add mod">
          <ac:chgData name="AE YOUNG SUN" userId="4cba15f4-8bf9-4c9d-8fe8-b71ed5cebc79" providerId="ADAL" clId="{A5CCBBD6-FF06-4444-AFBC-2BEF0C557E4A}" dt="2026-06-12T03:48:59.042" v="87" actId="14100"/>
          <ac:spMkLst>
            <pc:docMk/>
            <pc:sldMk cId="3282439094" sldId="329"/>
            <ac:spMk id="14" creationId="{0FA870FC-41C3-707C-3A36-A6DB07C56A5E}"/>
          </ac:spMkLst>
        </pc:spChg>
        <pc:spChg chg="add mod">
          <ac:chgData name="AE YOUNG SUN" userId="4cba15f4-8bf9-4c9d-8fe8-b71ed5cebc79" providerId="ADAL" clId="{A5CCBBD6-FF06-4444-AFBC-2BEF0C557E4A}" dt="2026-06-12T03:48:53.647" v="85" actId="14100"/>
          <ac:spMkLst>
            <pc:docMk/>
            <pc:sldMk cId="3282439094" sldId="329"/>
            <ac:spMk id="15" creationId="{2525BDF1-1B5F-D371-7546-C134AE987443}"/>
          </ac:spMkLst>
        </pc:spChg>
        <pc:spChg chg="add mod">
          <ac:chgData name="AE YOUNG SUN" userId="4cba15f4-8bf9-4c9d-8fe8-b71ed5cebc79" providerId="ADAL" clId="{A5CCBBD6-FF06-4444-AFBC-2BEF0C557E4A}" dt="2026-06-12T03:50:51.016" v="333" actId="14100"/>
          <ac:spMkLst>
            <pc:docMk/>
            <pc:sldMk cId="3282439094" sldId="329"/>
            <ac:spMk id="18" creationId="{10425411-4933-4D8A-3A75-847A2A2A1106}"/>
          </ac:spMkLst>
        </pc:spChg>
        <pc:spChg chg="mod">
          <ac:chgData name="AE YOUNG SUN" userId="4cba15f4-8bf9-4c9d-8fe8-b71ed5cebc79" providerId="ADAL" clId="{A5CCBBD6-FF06-4444-AFBC-2BEF0C557E4A}" dt="2026-06-12T03:51:10.983" v="342" actId="1076"/>
          <ac:spMkLst>
            <pc:docMk/>
            <pc:sldMk cId="3282439094" sldId="329"/>
            <ac:spMk id="22" creationId="{614166A5-3BAF-F685-780A-BE75F1793811}"/>
          </ac:spMkLst>
        </pc:spChg>
        <pc:spChg chg="mod">
          <ac:chgData name="AE YOUNG SUN" userId="4cba15f4-8bf9-4c9d-8fe8-b71ed5cebc79" providerId="ADAL" clId="{A5CCBBD6-FF06-4444-AFBC-2BEF0C557E4A}" dt="2026-06-12T03:51:10.983" v="342" actId="1076"/>
          <ac:spMkLst>
            <pc:docMk/>
            <pc:sldMk cId="3282439094" sldId="329"/>
            <ac:spMk id="23" creationId="{86481AE0-16B9-47AC-561F-6D8A6E0FD9FF}"/>
          </ac:spMkLst>
        </pc:spChg>
        <pc:spChg chg="mod">
          <ac:chgData name="AE YOUNG SUN" userId="4cba15f4-8bf9-4c9d-8fe8-b71ed5cebc79" providerId="ADAL" clId="{A5CCBBD6-FF06-4444-AFBC-2BEF0C557E4A}" dt="2026-06-12T03:51:10.983" v="342" actId="1076"/>
          <ac:spMkLst>
            <pc:docMk/>
            <pc:sldMk cId="3282439094" sldId="329"/>
            <ac:spMk id="24" creationId="{9C35ABE1-8525-1F54-7BE5-DCA69F274B04}"/>
          </ac:spMkLst>
        </pc:spChg>
        <pc:spChg chg="mod">
          <ac:chgData name="AE YOUNG SUN" userId="4cba15f4-8bf9-4c9d-8fe8-b71ed5cebc79" providerId="ADAL" clId="{A5CCBBD6-FF06-4444-AFBC-2BEF0C557E4A}" dt="2026-06-12T03:51:10.983" v="342" actId="1076"/>
          <ac:spMkLst>
            <pc:docMk/>
            <pc:sldMk cId="3282439094" sldId="329"/>
            <ac:spMk id="25" creationId="{527C6B60-49A3-0B15-1BCE-CC04BB0BBF2A}"/>
          </ac:spMkLst>
        </pc:spChg>
        <pc:spChg chg="mod">
          <ac:chgData name="AE YOUNG SUN" userId="4cba15f4-8bf9-4c9d-8fe8-b71ed5cebc79" providerId="ADAL" clId="{A5CCBBD6-FF06-4444-AFBC-2BEF0C557E4A}" dt="2026-06-12T03:50:59.768" v="341" actId="20577"/>
          <ac:spMkLst>
            <pc:docMk/>
            <pc:sldMk cId="3282439094" sldId="329"/>
            <ac:spMk id="27" creationId="{3C478C02-6E91-EFB1-7AC5-4E78339169EF}"/>
          </ac:spMkLst>
        </pc:spChg>
        <pc:spChg chg="mod">
          <ac:chgData name="AE YOUNG SUN" userId="4cba15f4-8bf9-4c9d-8fe8-b71ed5cebc79" providerId="ADAL" clId="{A5CCBBD6-FF06-4444-AFBC-2BEF0C557E4A}" dt="2026-06-12T03:48:16.672" v="81" actId="14100"/>
          <ac:spMkLst>
            <pc:docMk/>
            <pc:sldMk cId="3282439094" sldId="329"/>
            <ac:spMk id="60" creationId="{03537D0B-0B3B-D4CB-6981-B7034B5A9D0E}"/>
          </ac:spMkLst>
        </pc:spChg>
        <pc:spChg chg="mod">
          <ac:chgData name="AE YOUNG SUN" userId="4cba15f4-8bf9-4c9d-8fe8-b71ed5cebc79" providerId="ADAL" clId="{A5CCBBD6-FF06-4444-AFBC-2BEF0C557E4A}" dt="2026-06-12T03:46:09.440" v="13" actId="20577"/>
          <ac:spMkLst>
            <pc:docMk/>
            <pc:sldMk cId="3282439094" sldId="329"/>
            <ac:spMk id="63" creationId="{A15FE1EB-6F5B-16D9-91F8-B113A7973901}"/>
          </ac:spMkLst>
        </pc:spChg>
        <pc:spChg chg="del">
          <ac:chgData name="AE YOUNG SUN" userId="4cba15f4-8bf9-4c9d-8fe8-b71ed5cebc79" providerId="ADAL" clId="{A5CCBBD6-FF06-4444-AFBC-2BEF0C557E4A}" dt="2026-06-12T03:48:12.660" v="80" actId="478"/>
          <ac:spMkLst>
            <pc:docMk/>
            <pc:sldMk cId="3282439094" sldId="329"/>
            <ac:spMk id="705" creationId="{1A062FF1-BBC7-CFF4-087C-F6C7745E58B8}"/>
          </ac:spMkLst>
        </pc:spChg>
        <pc:spChg chg="mod">
          <ac:chgData name="AE YOUNG SUN" userId="4cba15f4-8bf9-4c9d-8fe8-b71ed5cebc79" providerId="ADAL" clId="{A5CCBBD6-FF06-4444-AFBC-2BEF0C557E4A}" dt="2026-06-12T03:46:13.198" v="15" actId="404"/>
          <ac:spMkLst>
            <pc:docMk/>
            <pc:sldMk cId="3282439094" sldId="329"/>
            <ac:spMk id="826" creationId="{76A269B5-B80B-7164-8A20-2B419BFC714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F59C5-F3E0-4C10-9B9B-4FB1EA40BE07}" type="datetimeFigureOut">
              <a:rPr lang="ko-KR" altLang="en-US" smtClean="0"/>
              <a:t>2026. 6. 23.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FE925-3038-4B6D-A662-92CB575505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699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59F6D9FE-5EDA-098A-FF13-B8D45EDD9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6:notes">
            <a:extLst>
              <a:ext uri="{FF2B5EF4-FFF2-40B4-BE49-F238E27FC236}">
                <a16:creationId xmlns:a16="http://schemas.microsoft.com/office/drawing/2014/main" id="{F57D8E9F-7B75-20C9-5C7E-DB3BDB3CE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https://</a:t>
            </a:r>
            <a:r>
              <a:rPr lang="en-US" dirty="0" err="1"/>
              <a:t>www.ibm.com</a:t>
            </a:r>
            <a:r>
              <a:rPr lang="en-US" dirty="0"/>
              <a:t>/docs/</a:t>
            </a:r>
            <a:r>
              <a:rPr lang="en-US" dirty="0" err="1"/>
              <a:t>en</a:t>
            </a:r>
            <a:r>
              <a:rPr lang="en-US" dirty="0"/>
              <a:t>/</a:t>
            </a:r>
            <a:r>
              <a:rPr lang="en-US" dirty="0" err="1"/>
              <a:t>masv</a:t>
            </a:r>
            <a:r>
              <a:rPr lang="en-US" dirty="0"/>
              <a:t>-and-l/</a:t>
            </a:r>
            <a:r>
              <a:rPr lang="en-US" dirty="0" err="1"/>
              <a:t>cd?topic</a:t>
            </a:r>
            <a:r>
              <a:rPr lang="en-US" dirty="0"/>
              <a:t>=</a:t>
            </a:r>
            <a:r>
              <a:rPr lang="en-US" dirty="0" err="1"/>
              <a:t>usnrhoc</a:t>
            </a:r>
            <a:r>
              <a:rPr lang="en-US" dirty="0"/>
              <a:t>-when-use-single-node-red-hat-</a:t>
            </a:r>
            <a:r>
              <a:rPr lang="en-US" dirty="0" err="1"/>
              <a:t>openshift</a:t>
            </a:r>
            <a:r>
              <a:rPr lang="en-US" dirty="0"/>
              <a:t>-clusters</a:t>
            </a:r>
            <a:endParaRPr dirty="0"/>
          </a:p>
        </p:txBody>
      </p:sp>
      <p:sp>
        <p:nvSpPr>
          <p:cNvPr id="720" name="Google Shape;720;p16:notes">
            <a:extLst>
              <a:ext uri="{FF2B5EF4-FFF2-40B4-BE49-F238E27FC236}">
                <a16:creationId xmlns:a16="http://schemas.microsoft.com/office/drawing/2014/main" id="{2569F33D-9034-7204-950A-A30A6AFA63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2773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0ADF6EEB-8E8E-D047-438F-E1358A882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6:notes">
            <a:extLst>
              <a:ext uri="{FF2B5EF4-FFF2-40B4-BE49-F238E27FC236}">
                <a16:creationId xmlns:a16="http://schemas.microsoft.com/office/drawing/2014/main" id="{E382BFD5-583D-9372-DD7E-348DFA9BD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720" name="Google Shape;720;p16:notes">
            <a:extLst>
              <a:ext uri="{FF2B5EF4-FFF2-40B4-BE49-F238E27FC236}">
                <a16:creationId xmlns:a16="http://schemas.microsoft.com/office/drawing/2014/main" id="{DA9957B0-3FFC-CBE1-53F9-6C438E33D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3927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Title and Body" userDrawn="1">
  <p:cSld name="Light 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9" name="Google Shape;19;p19"/>
          <p:cNvSpPr txBox="1">
            <a:spLocks noGrp="1"/>
          </p:cNvSpPr>
          <p:nvPr>
            <p:ph type="body" idx="1"/>
          </p:nvPr>
        </p:nvSpPr>
        <p:spPr>
          <a:xfrm>
            <a:off x="415600" y="1256400"/>
            <a:ext cx="11360800" cy="42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293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>
            <a:spLocks noGrp="1"/>
          </p:cNvSpPr>
          <p:nvPr>
            <p:ph type="ftr" idx="11"/>
          </p:nvPr>
        </p:nvSpPr>
        <p:spPr>
          <a:xfrm>
            <a:off x="4165603" y="6356360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20775" rIns="41575" bIns="207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sldNum" idx="12"/>
          </p:nvPr>
        </p:nvSpPr>
        <p:spPr>
          <a:xfrm>
            <a:off x="8737603" y="6356360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20775" rIns="41575" bIns="207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6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6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6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6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6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6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6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6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6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3" name="Google Shape;23;p20"/>
          <p:cNvSpPr/>
          <p:nvPr/>
        </p:nvSpPr>
        <p:spPr>
          <a:xfrm>
            <a:off x="0" y="5639964"/>
            <a:ext cx="2754800" cy="12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609601" y="6356360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20775" rIns="41575" bIns="207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7551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Title and Logo">
  <p:cSld name="Blank with Title and Log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title"/>
          </p:nvPr>
        </p:nvSpPr>
        <p:spPr>
          <a:xfrm>
            <a:off x="415600" y="85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4277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Title and Body">
  <p:cSld name="Dark Title and Body">
    <p:bg>
      <p:bgPr>
        <a:solidFill>
          <a:schemeClr val="dk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87766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5"/>
          <p:cNvSpPr txBox="1">
            <a:spLocks noGrp="1"/>
          </p:cNvSpPr>
          <p:nvPr>
            <p:ph type="title"/>
          </p:nvPr>
        </p:nvSpPr>
        <p:spPr>
          <a:xfrm>
            <a:off x="415600" y="85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1"/>
          </p:nvPr>
        </p:nvSpPr>
        <p:spPr>
          <a:xfrm>
            <a:off x="415600" y="1234933"/>
            <a:ext cx="11360800" cy="41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>
                <a:solidFill>
                  <a:schemeClr val="lt1"/>
                </a:solidFill>
              </a:defRPr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9" name="Google Shape;3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867" y="6407779"/>
            <a:ext cx="787047" cy="144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1215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ing: Gradient Logo">
  <p:cSld name="Ending: Gradient Log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98899" y="-414762"/>
            <a:ext cx="13090897" cy="736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0614" y="2559345"/>
            <a:ext cx="6485265" cy="1190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9855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Title and Body No Logo">
  <p:cSld name="Dark Title and Body No Logo">
    <p:bg>
      <p:bgPr>
        <a:solidFill>
          <a:schemeClr val="dk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87766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415600" y="85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body" idx="1"/>
          </p:nvPr>
        </p:nvSpPr>
        <p:spPr>
          <a:xfrm>
            <a:off x="415600" y="1234933"/>
            <a:ext cx="11360800" cy="41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>
                <a:solidFill>
                  <a:schemeClr val="lt1"/>
                </a:solidFill>
              </a:defRPr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81370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Title and Two Column" type="twoColTx">
  <p:cSld name="Light Title and Two Colum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73317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415600" y="85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7" name="Google Shape;5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853" y="6407779"/>
            <a:ext cx="787033" cy="1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9"/>
          <p:cNvSpPr txBox="1">
            <a:spLocks noGrp="1"/>
          </p:cNvSpPr>
          <p:nvPr>
            <p:ph type="body" idx="1"/>
          </p:nvPr>
        </p:nvSpPr>
        <p:spPr>
          <a:xfrm>
            <a:off x="415600" y="1244967"/>
            <a:ext cx="5333200" cy="42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body" idx="2"/>
          </p:nvPr>
        </p:nvSpPr>
        <p:spPr>
          <a:xfrm>
            <a:off x="6443200" y="1244967"/>
            <a:ext cx="5333200" cy="42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20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Title and Two Column No Logo">
  <p:cSld name="Light Title and Two Column No Logo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73317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415600" y="85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body" idx="1"/>
          </p:nvPr>
        </p:nvSpPr>
        <p:spPr>
          <a:xfrm>
            <a:off x="415600" y="1244967"/>
            <a:ext cx="5333200" cy="42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2"/>
          </p:nvPr>
        </p:nvSpPr>
        <p:spPr>
          <a:xfrm>
            <a:off x="6443200" y="1244967"/>
            <a:ext cx="5333200" cy="42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27799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Title and Two Column">
  <p:cSld name="Dark Title and Two Column">
    <p:bg>
      <p:bgPr>
        <a:solidFill>
          <a:schemeClr val="dk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87766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>
            <a:off x="415600" y="85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body" idx="1"/>
          </p:nvPr>
        </p:nvSpPr>
        <p:spPr>
          <a:xfrm>
            <a:off x="415600" y="1244967"/>
            <a:ext cx="5333200" cy="42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867">
                <a:solidFill>
                  <a:schemeClr val="lt1"/>
                </a:solidFill>
              </a:defRPr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2"/>
          </p:nvPr>
        </p:nvSpPr>
        <p:spPr>
          <a:xfrm>
            <a:off x="6443200" y="1244967"/>
            <a:ext cx="5333200" cy="42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867">
                <a:solidFill>
                  <a:schemeClr val="lt1"/>
                </a:solidFill>
              </a:defRPr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2" name="Google Shape;7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867" y="6407779"/>
            <a:ext cx="787047" cy="144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4334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Title and Two Column No Logo">
  <p:cSld name="Dark Title and Two Column No Logo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87766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>
            <a:off x="415600" y="85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>
            <a:off x="415600" y="1244967"/>
            <a:ext cx="5333200" cy="42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867">
                <a:solidFill>
                  <a:schemeClr val="lt1"/>
                </a:solidFill>
              </a:defRPr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body" idx="2"/>
          </p:nvPr>
        </p:nvSpPr>
        <p:spPr>
          <a:xfrm>
            <a:off x="6443200" y="1244967"/>
            <a:ext cx="5333200" cy="42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867">
                <a:solidFill>
                  <a:schemeClr val="lt1"/>
                </a:solidFill>
              </a:defRPr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7263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dient Title Only">
  <p:cSld name="Gradient Title 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98899" y="-414762"/>
            <a:ext cx="13090897" cy="736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867" y="6407783"/>
            <a:ext cx="787053" cy="1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3"/>
          <p:cNvSpPr txBox="1">
            <a:spLocks noGrp="1"/>
          </p:cNvSpPr>
          <p:nvPr>
            <p:ph type="title"/>
          </p:nvPr>
        </p:nvSpPr>
        <p:spPr>
          <a:xfrm>
            <a:off x="415600" y="85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88939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-Title + subhead white Device42">
  <p:cSld name="-Title + subhead white Device42">
    <p:bg>
      <p:bgPr>
        <a:solidFill>
          <a:schemeClr val="lt1"/>
        </a:solidFill>
        <a:effectLst/>
      </p:bgPr>
    </p:bg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362"/>
          <p:cNvSpPr txBox="1">
            <a:spLocks noGrp="1"/>
          </p:cNvSpPr>
          <p:nvPr>
            <p:ph type="title"/>
          </p:nvPr>
        </p:nvSpPr>
        <p:spPr>
          <a:xfrm>
            <a:off x="402336" y="231648"/>
            <a:ext cx="11411600" cy="9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3733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2" name="Google Shape;2012;p362"/>
          <p:cNvSpPr txBox="1">
            <a:spLocks noGrp="1"/>
          </p:cNvSpPr>
          <p:nvPr>
            <p:ph type="subTitle" idx="1"/>
          </p:nvPr>
        </p:nvSpPr>
        <p:spPr>
          <a:xfrm>
            <a:off x="402336" y="1060704"/>
            <a:ext cx="11411600" cy="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867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924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415600" y="85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415600" y="1028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5436665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device42.com/getstarted/deploy-device42/installation-guides/installation-xen-or-kvm-using-virt-manager/" TargetMode="External"/><Relationship Id="rId3" Type="http://schemas.openxmlformats.org/officeDocument/2006/relationships/image" Target="../media/image7.png"/><Relationship Id="rId7" Type="http://schemas.openxmlformats.org/officeDocument/2006/relationships/hyperlink" Target="https://docs.device42.com/getstarted/deploy-device42/installation-guides/installation-citrix-xen-server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device42.com/getstarted/deploy-device42/installation-guides/installation-microsoft-hyperv/" TargetMode="External"/><Relationship Id="rId5" Type="http://schemas.openxmlformats.org/officeDocument/2006/relationships/hyperlink" Target="https://docs.device42.com/getstarted/deploy-device42/installation-guides/installation-vcenter-server/" TargetMode="Externa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>
          <a:extLst>
            <a:ext uri="{FF2B5EF4-FFF2-40B4-BE49-F238E27FC236}">
              <a16:creationId xmlns:a16="http://schemas.microsoft.com/office/drawing/2014/main" id="{B96F687A-4391-1DAF-09D3-263065966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6">
            <a:extLst>
              <a:ext uri="{FF2B5EF4-FFF2-40B4-BE49-F238E27FC236}">
                <a16:creationId xmlns:a16="http://schemas.microsoft.com/office/drawing/2014/main" id="{285AA4A4-AF15-8A1B-F519-AB1576195C3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15600" y="85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33" tIns="27700" rIns="55433" bIns="27700" anchor="ctr" anchorCtr="0">
            <a:noAutofit/>
          </a:bodyPr>
          <a:lstStyle/>
          <a:p>
            <a:pPr>
              <a:buSzPts val="800"/>
            </a:pPr>
            <a:r>
              <a:rPr lang="ko-KR" altLang="en-US" sz="3200" b="1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인프라 </a:t>
            </a:r>
            <a:r>
              <a:rPr lang="ko-KR" altLang="en-US" sz="3200" b="1" dirty="0" err="1">
                <a:latin typeface="IBM Plex Sans KR" panose="020B0503050203000203" pitchFamily="50" charset="-127"/>
                <a:ea typeface="IBM Plex Sans KR" panose="020B0503050203000203" pitchFamily="50" charset="-127"/>
              </a:rPr>
              <a:t>아키텍쳐</a:t>
            </a:r>
            <a:r>
              <a:rPr lang="ko-KR" altLang="en-US" sz="3200" b="1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 구성</a:t>
            </a:r>
            <a:r>
              <a:rPr lang="en-US" altLang="ko-KR" sz="3200" b="1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(</a:t>
            </a:r>
            <a:r>
              <a:rPr lang="ko-KR" altLang="en-US" sz="3200" b="1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안</a:t>
            </a:r>
            <a:r>
              <a:rPr lang="en-US" altLang="ko-KR" sz="3200" b="1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)</a:t>
            </a:r>
            <a:r>
              <a:rPr lang="ko-KR" altLang="en-US" sz="3200" b="1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 </a:t>
            </a:r>
            <a:r>
              <a:rPr lang="en-US" altLang="ko-KR" sz="2000" b="1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– IBM Maximo IT + Device42 </a:t>
            </a:r>
            <a:r>
              <a:rPr lang="ko-KR" altLang="en-US" sz="2000" b="1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 </a:t>
            </a:r>
            <a:endParaRPr sz="2000" b="1" dirty="0">
              <a:latin typeface="IBM Plex Sans KR" panose="020B0503050203000203" pitchFamily="50" charset="-127"/>
              <a:ea typeface="IBM Plex Sans KR" panose="020B0503050203000203" pitchFamily="50" charset="-127"/>
            </a:endParaRPr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F33E5EFE-E614-48BF-6C83-5DBC3018550C}"/>
              </a:ext>
            </a:extLst>
          </p:cNvPr>
          <p:cNvSpPr txBox="1">
            <a:spLocks/>
          </p:cNvSpPr>
          <p:nvPr/>
        </p:nvSpPr>
        <p:spPr>
          <a:xfrm>
            <a:off x="5507458" y="6593059"/>
            <a:ext cx="325945" cy="19944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fld id="{7B05E5DA-2607-4F5B-944D-18EE2AE33560}" type="slidenum">
              <a:rPr lang="ko-KR" altLang="en-US" sz="1067">
                <a:solidFill>
                  <a:srgbClr val="000000">
                    <a:tint val="82000"/>
                  </a:srgbClr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sym typeface="Arial"/>
              </a:rPr>
              <a:pPr algn="ctr" defTabSz="609585">
                <a:defRPr/>
              </a:pPr>
              <a:t>1</a:t>
            </a:fld>
            <a:endParaRPr lang="ko-KR" altLang="en-US" sz="1067" dirty="0">
              <a:solidFill>
                <a:srgbClr val="000000">
                  <a:tint val="82000"/>
                </a:srgbClr>
              </a:solidFill>
              <a:latin typeface="IBM Plex Sans KR" panose="020B0503050203000203" pitchFamily="50" charset="-127"/>
              <a:ea typeface="IBM Plex Sans KR" panose="020B0503050203000203" pitchFamily="50" charset="-127"/>
              <a:sym typeface="Arial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F99A48-7008-DB24-7C02-A84146763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16" y="6497579"/>
            <a:ext cx="1107109" cy="311485"/>
          </a:xfrm>
          <a:prstGeom prst="rect">
            <a:avLst/>
          </a:prstGeom>
        </p:spPr>
      </p:pic>
      <p:cxnSp>
        <p:nvCxnSpPr>
          <p:cNvPr id="5" name="직선 연결선 531">
            <a:extLst>
              <a:ext uri="{FF2B5EF4-FFF2-40B4-BE49-F238E27FC236}">
                <a16:creationId xmlns:a16="http://schemas.microsoft.com/office/drawing/2014/main" id="{400086E3-BEDF-6575-F938-23E462F552F0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085555" y="2552540"/>
            <a:ext cx="0" cy="28739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F95452A9-5F4A-71A5-FB36-550BAA36F9F9}"/>
              </a:ext>
            </a:extLst>
          </p:cNvPr>
          <p:cNvGrpSpPr/>
          <p:nvPr/>
        </p:nvGrpSpPr>
        <p:grpSpPr>
          <a:xfrm>
            <a:off x="750003" y="1317525"/>
            <a:ext cx="671100" cy="893389"/>
            <a:chOff x="1243719" y="2249231"/>
            <a:chExt cx="606852" cy="606852"/>
          </a:xfrm>
        </p:grpSpPr>
        <p:sp>
          <p:nvSpPr>
            <p:cNvPr id="820" name="타원 8">
              <a:extLst>
                <a:ext uri="{FF2B5EF4-FFF2-40B4-BE49-F238E27FC236}">
                  <a16:creationId xmlns:a16="http://schemas.microsoft.com/office/drawing/2014/main" id="{FFD24B26-E9D2-A423-2337-D86D3FAD3FE2}"/>
                </a:ext>
              </a:extLst>
            </p:cNvPr>
            <p:cNvSpPr/>
            <p:nvPr/>
          </p:nvSpPr>
          <p:spPr>
            <a:xfrm>
              <a:off x="1243719" y="2249231"/>
              <a:ext cx="606852" cy="606852"/>
            </a:xfrm>
            <a:prstGeom prst="ellipse">
              <a:avLst/>
            </a:prstGeom>
            <a:solidFill>
              <a:srgbClr val="F1F1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727432" latinLnBrk="0">
                <a:defRPr/>
              </a:pPr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IBM Plex Sans KR Medm" panose="020B0603050203000203" pitchFamily="50" charset="-127"/>
                <a:ea typeface="IBM Plex Sans KR Medm" panose="020B0603050203000203" pitchFamily="50" charset="-127"/>
              </a:endParaRPr>
            </a:p>
          </p:txBody>
        </p:sp>
        <p:pic>
          <p:nvPicPr>
            <p:cNvPr id="821" name="Picture 35" descr="C:\Users\son\Desktop\아이콘\Untitled-33.png">
              <a:extLst>
                <a:ext uri="{FF2B5EF4-FFF2-40B4-BE49-F238E27FC236}">
                  <a16:creationId xmlns:a16="http://schemas.microsoft.com/office/drawing/2014/main" id="{87A6D2F0-334B-7802-BC15-5D346AA4F2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9072" y="2394584"/>
              <a:ext cx="316146" cy="316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65D261-40DF-2998-ED94-373C467A664A}"/>
              </a:ext>
            </a:extLst>
          </p:cNvPr>
          <p:cNvSpPr txBox="1"/>
          <p:nvPr/>
        </p:nvSpPr>
        <p:spPr>
          <a:xfrm>
            <a:off x="841754" y="2371054"/>
            <a:ext cx="487602" cy="181486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pPr algn="ctr" defTabSz="727432" latinLnBrk="0">
              <a:spcBef>
                <a:spcPts val="239"/>
              </a:spcBef>
              <a:defRPr/>
            </a:pPr>
            <a:r>
              <a:rPr lang="ko-KR" alt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IBM Plex Sans KR SmBld" panose="020B0703050203000203" pitchFamily="50" charset="-127"/>
                <a:ea typeface="IBM Plex Sans KR SmBld" panose="020B0703050203000203" pitchFamily="50" charset="-127"/>
              </a:rPr>
              <a:t>웹 방화벽</a:t>
            </a:r>
          </a:p>
        </p:txBody>
      </p:sp>
      <p:sp>
        <p:nvSpPr>
          <p:cNvPr id="10" name="사각형: 둥근 모서리 225">
            <a:extLst>
              <a:ext uri="{FF2B5EF4-FFF2-40B4-BE49-F238E27FC236}">
                <a16:creationId xmlns:a16="http://schemas.microsoft.com/office/drawing/2014/main" id="{F6560165-122E-9840-C717-8063844C068D}"/>
              </a:ext>
            </a:extLst>
          </p:cNvPr>
          <p:cNvSpPr/>
          <p:nvPr/>
        </p:nvSpPr>
        <p:spPr>
          <a:xfrm rot="16200000">
            <a:off x="66218" y="3712790"/>
            <a:ext cx="2038672" cy="314151"/>
          </a:xfrm>
          <a:prstGeom prst="roundRect">
            <a:avLst>
              <a:gd name="adj" fmla="val 50000"/>
            </a:avLst>
          </a:prstGeom>
          <a:solidFill>
            <a:srgbClr val="51515B"/>
          </a:solidFill>
          <a:ln w="19050">
            <a:noFill/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16" tIns="36362" rIns="14316" bIns="3636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spcBef>
                <a:spcPts val="239"/>
              </a:spcBef>
              <a:defRPr/>
            </a:pPr>
            <a:r>
              <a:rPr lang="ko-KR" altLang="en-US" sz="900" dirty="0">
                <a:solidFill>
                  <a:prstClr val="white"/>
                </a:solidFill>
                <a:latin typeface="IBM Plex Sans KR SmBld" panose="020B0703050203000203" pitchFamily="50" charset="-127"/>
                <a:ea typeface="IBM Plex Sans KR SmBld" panose="020B0703050203000203" pitchFamily="50" charset="-127"/>
              </a:rPr>
              <a:t>운영 </a:t>
            </a:r>
          </a:p>
        </p:txBody>
      </p:sp>
      <p:cxnSp>
        <p:nvCxnSpPr>
          <p:cNvPr id="11" name="직선 연결선 534">
            <a:extLst>
              <a:ext uri="{FF2B5EF4-FFF2-40B4-BE49-F238E27FC236}">
                <a16:creationId xmlns:a16="http://schemas.microsoft.com/office/drawing/2014/main" id="{BAC7E611-F37D-E864-9D3C-235F311FF636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564985" y="2546331"/>
            <a:ext cx="1" cy="288012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그룹 17">
            <a:extLst>
              <a:ext uri="{FF2B5EF4-FFF2-40B4-BE49-F238E27FC236}">
                <a16:creationId xmlns:a16="http://schemas.microsoft.com/office/drawing/2014/main" id="{AFF992E9-5356-2B77-1FE1-4EC81B12A1E1}"/>
              </a:ext>
            </a:extLst>
          </p:cNvPr>
          <p:cNvGrpSpPr/>
          <p:nvPr/>
        </p:nvGrpSpPr>
        <p:grpSpPr>
          <a:xfrm>
            <a:off x="2257651" y="1317525"/>
            <a:ext cx="671100" cy="893389"/>
            <a:chOff x="1430440" y="2595901"/>
            <a:chExt cx="532260" cy="532260"/>
          </a:xfrm>
        </p:grpSpPr>
        <p:sp>
          <p:nvSpPr>
            <p:cNvPr id="818" name="타원 18">
              <a:extLst>
                <a:ext uri="{FF2B5EF4-FFF2-40B4-BE49-F238E27FC236}">
                  <a16:creationId xmlns:a16="http://schemas.microsoft.com/office/drawing/2014/main" id="{E3E017C9-ACF2-47D0-4362-6A982CF42D89}"/>
                </a:ext>
              </a:extLst>
            </p:cNvPr>
            <p:cNvSpPr/>
            <p:nvPr/>
          </p:nvSpPr>
          <p:spPr>
            <a:xfrm>
              <a:off x="1430440" y="2595901"/>
              <a:ext cx="532260" cy="532260"/>
            </a:xfrm>
            <a:prstGeom prst="ellipse">
              <a:avLst/>
            </a:prstGeom>
            <a:solidFill>
              <a:srgbClr val="F1F1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727432" latinLnBrk="0">
                <a:defRPr/>
              </a:pPr>
              <a:endParaRPr lang="ko-KR" altLang="en-US" sz="700">
                <a:solidFill>
                  <a:prstClr val="black">
                    <a:lumMod val="75000"/>
                    <a:lumOff val="25000"/>
                  </a:prstClr>
                </a:solidFill>
                <a:latin typeface="IBM Plex Sans KR Medm" panose="020B0603050203000203" pitchFamily="50" charset="-127"/>
                <a:ea typeface="IBM Plex Sans KR Medm" panose="020B0603050203000203" pitchFamily="50" charset="-127"/>
              </a:endParaRPr>
            </a:p>
          </p:txBody>
        </p:sp>
        <p:pic>
          <p:nvPicPr>
            <p:cNvPr id="819" name="Picture 35" descr="C:\Users\son\Desktop\아이콘\Untitled-33.png">
              <a:extLst>
                <a:ext uri="{FF2B5EF4-FFF2-40B4-BE49-F238E27FC236}">
                  <a16:creationId xmlns:a16="http://schemas.microsoft.com/office/drawing/2014/main" id="{19DD374C-7A44-38DB-B9A8-707085519D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7927" y="2723388"/>
              <a:ext cx="277287" cy="277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2167B7-D822-1D8B-CF88-D32FECD29D2C}"/>
              </a:ext>
            </a:extLst>
          </p:cNvPr>
          <p:cNvSpPr txBox="1"/>
          <p:nvPr/>
        </p:nvSpPr>
        <p:spPr>
          <a:xfrm>
            <a:off x="2264030" y="2364845"/>
            <a:ext cx="601912" cy="181486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pPr algn="ctr" defTabSz="727432" latinLnBrk="0">
              <a:spcBef>
                <a:spcPts val="239"/>
              </a:spcBef>
              <a:defRPr/>
            </a:pPr>
            <a:r>
              <a:rPr lang="ko-KR" alt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IBM Plex Sans KR SmBld" panose="020B0703050203000203" pitchFamily="50" charset="-127"/>
                <a:ea typeface="IBM Plex Sans KR SmBld" panose="020B0703050203000203" pitchFamily="50" charset="-127"/>
              </a:rPr>
              <a:t>내부 방화벽</a:t>
            </a:r>
          </a:p>
        </p:txBody>
      </p:sp>
      <p:sp>
        <p:nvSpPr>
          <p:cNvPr id="16" name="Rectangle 287">
            <a:extLst>
              <a:ext uri="{FF2B5EF4-FFF2-40B4-BE49-F238E27FC236}">
                <a16:creationId xmlns:a16="http://schemas.microsoft.com/office/drawing/2014/main" id="{3332226F-938E-F8EE-9E0C-92B3AC8AC92D}"/>
              </a:ext>
            </a:extLst>
          </p:cNvPr>
          <p:cNvSpPr/>
          <p:nvPr/>
        </p:nvSpPr>
        <p:spPr>
          <a:xfrm>
            <a:off x="3424208" y="1220213"/>
            <a:ext cx="3165355" cy="3976422"/>
          </a:xfrm>
          <a:prstGeom prst="rect">
            <a:avLst/>
          </a:prstGeom>
          <a:noFill/>
          <a:ln w="12700">
            <a:solidFill>
              <a:srgbClr val="C0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432" latinLnBrk="0">
              <a:defRPr/>
            </a:pPr>
            <a:endParaRPr lang="en-KR" sz="700"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E30FB0-F63B-F340-9214-AC96F8233DE7}"/>
              </a:ext>
            </a:extLst>
          </p:cNvPr>
          <p:cNvSpPr txBox="1"/>
          <p:nvPr/>
        </p:nvSpPr>
        <p:spPr>
          <a:xfrm>
            <a:off x="5459730" y="1224796"/>
            <a:ext cx="1134499" cy="525950"/>
          </a:xfrm>
          <a:prstGeom prst="round2SameRect">
            <a:avLst>
              <a:gd name="adj1" fmla="val 0"/>
              <a:gd name="adj2" fmla="val 31158"/>
            </a:avLst>
          </a:prstGeom>
          <a:solidFill>
            <a:srgbClr val="C00060"/>
          </a:solidFill>
        </p:spPr>
        <p:txBody>
          <a:bodyPr wrap="none" lIns="0" tIns="28638" rIns="0" bIns="0" rtlCol="0" anchor="ctr" anchorCtr="0">
            <a:noAutofit/>
          </a:bodyPr>
          <a:lstStyle/>
          <a:p>
            <a:pPr algn="ctr" defTabSz="727432" latinLnBrk="0">
              <a:defRPr/>
            </a:pPr>
            <a:r>
              <a:rPr lang="en-KR" sz="900" dirty="0">
                <a:solidFill>
                  <a:prstClr val="white"/>
                </a:solidFill>
                <a:latin typeface="IBM Plex Sans KR SmBld" panose="020B0703050203000203" pitchFamily="50" charset="-127"/>
                <a:ea typeface="IBM Plex Sans KR SmBld" panose="020B0703050203000203" pitchFamily="50" charset="-127"/>
              </a:rPr>
              <a:t>Openshift</a:t>
            </a:r>
          </a:p>
          <a:p>
            <a:pPr algn="ctr" defTabSz="727432" latinLnBrk="0">
              <a:defRPr/>
            </a:pPr>
            <a:r>
              <a:rPr lang="en-US" sz="900" dirty="0">
                <a:solidFill>
                  <a:prstClr val="white"/>
                </a:solidFill>
                <a:latin typeface="IBM Plex Sans KR SmBld" panose="020B0703050203000203" pitchFamily="50" charset="-127"/>
                <a:ea typeface="IBM Plex Sans KR SmBld" panose="020B0703050203000203" pitchFamily="50" charset="-127"/>
              </a:rPr>
              <a:t>Single Node</a:t>
            </a:r>
            <a:r>
              <a:rPr lang="en-KR" sz="900" dirty="0">
                <a:solidFill>
                  <a:prstClr val="white"/>
                </a:solidFill>
                <a:latin typeface="IBM Plex Sans KR SmBld" panose="020B0703050203000203" pitchFamily="50" charset="-127"/>
                <a:ea typeface="IBM Plex Sans KR SmBld" panose="020B0703050203000203" pitchFamily="50" charset="-127"/>
              </a:rPr>
              <a:t> Cluster</a:t>
            </a:r>
            <a:endParaRPr lang="en-US" sz="900" dirty="0">
              <a:solidFill>
                <a:prstClr val="white"/>
              </a:solidFill>
              <a:latin typeface="IBM Plex Sans KR SmBld" panose="020B0703050203000203" pitchFamily="50" charset="-127"/>
              <a:ea typeface="IBM Plex Sans KR SmBld" panose="020B0703050203000203" pitchFamily="50" charset="-127"/>
            </a:endParaRPr>
          </a:p>
          <a:p>
            <a:pPr algn="ctr" defTabSz="727432" latinLnBrk="0">
              <a:defRPr/>
            </a:pPr>
            <a:r>
              <a:rPr lang="en-US" sz="900" dirty="0">
                <a:solidFill>
                  <a:prstClr val="white"/>
                </a:solidFill>
                <a:latin typeface="IBM Plex Sans KR SmBld" panose="020B0703050203000203" pitchFamily="50" charset="-127"/>
                <a:ea typeface="IBM Plex Sans KR SmBld" panose="020B0703050203000203" pitchFamily="50" charset="-127"/>
              </a:rPr>
              <a:t>(Maximo IT)</a:t>
            </a:r>
            <a:endParaRPr lang="en-KR" sz="900" dirty="0">
              <a:solidFill>
                <a:prstClr val="white"/>
              </a:solidFill>
              <a:latin typeface="IBM Plex Sans KR SmBld" panose="020B0703050203000203" pitchFamily="50" charset="-127"/>
              <a:ea typeface="IBM Plex Sans KR SmBld" panose="020B0703050203000203" pitchFamily="50" charset="-127"/>
            </a:endParaRPr>
          </a:p>
        </p:txBody>
      </p:sp>
      <p:cxnSp>
        <p:nvCxnSpPr>
          <p:cNvPr id="19" name="직선 연결선 216">
            <a:extLst>
              <a:ext uri="{FF2B5EF4-FFF2-40B4-BE49-F238E27FC236}">
                <a16:creationId xmlns:a16="http://schemas.microsoft.com/office/drawing/2014/main" id="{84CD6D30-2D13-C047-731C-B3888DC073A0}"/>
              </a:ext>
            </a:extLst>
          </p:cNvPr>
          <p:cNvCxnSpPr>
            <a:cxnSpLocks/>
          </p:cNvCxnSpPr>
          <p:nvPr/>
        </p:nvCxnSpPr>
        <p:spPr>
          <a:xfrm flipH="1">
            <a:off x="953667" y="5426452"/>
            <a:ext cx="10366800" cy="0"/>
          </a:xfrm>
          <a:prstGeom prst="line">
            <a:avLst/>
          </a:prstGeom>
          <a:ln w="15875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1971D2D-02AB-C8ED-83B7-F51147734019}"/>
              </a:ext>
            </a:extLst>
          </p:cNvPr>
          <p:cNvSpPr txBox="1"/>
          <p:nvPr/>
        </p:nvSpPr>
        <p:spPr>
          <a:xfrm>
            <a:off x="5127962" y="2071070"/>
            <a:ext cx="969962" cy="14115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algn="ctr">
              <a:defRPr sz="900">
                <a:solidFill>
                  <a:schemeClr val="bg1"/>
                </a:solidFill>
                <a:latin typeface="IBM Plex Sans KR SmBld" panose="020B0703050203000203" pitchFamily="50" charset="-127"/>
                <a:ea typeface="IBM Plex Sans KR SmBld" panose="020B0703050203000203" pitchFamily="50" charset="-127"/>
              </a:defRPr>
            </a:lvl1pPr>
          </a:lstStyle>
          <a:p>
            <a:pPr defTabSz="727432" latinLnBrk="0">
              <a:defRPr/>
            </a:pPr>
            <a:r>
              <a:rPr lang="en-KR" sz="700" dirty="0">
                <a:solidFill>
                  <a:prstClr val="white"/>
                </a:solidFill>
              </a:rPr>
              <a:t>MaximoIT #1</a:t>
            </a:r>
          </a:p>
        </p:txBody>
      </p:sp>
      <p:sp>
        <p:nvSpPr>
          <p:cNvPr id="22" name="직사각형 208">
            <a:extLst>
              <a:ext uri="{FF2B5EF4-FFF2-40B4-BE49-F238E27FC236}">
                <a16:creationId xmlns:a16="http://schemas.microsoft.com/office/drawing/2014/main" id="{614166A5-3BAF-F685-780A-BE75F1793811}"/>
              </a:ext>
            </a:extLst>
          </p:cNvPr>
          <p:cNvSpPr/>
          <p:nvPr/>
        </p:nvSpPr>
        <p:spPr>
          <a:xfrm>
            <a:off x="3753420" y="4945211"/>
            <a:ext cx="859257" cy="1589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defRPr/>
            </a:pPr>
            <a:r>
              <a:rPr lang="en-US" altLang="ko-KR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Infrastructure layer</a:t>
            </a:r>
            <a:endParaRPr lang="ko-KR" altLang="en-US" sz="700" kern="2000" spc="-4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sp>
        <p:nvSpPr>
          <p:cNvPr id="23" name="직사각형 208">
            <a:extLst>
              <a:ext uri="{FF2B5EF4-FFF2-40B4-BE49-F238E27FC236}">
                <a16:creationId xmlns:a16="http://schemas.microsoft.com/office/drawing/2014/main" id="{86481AE0-16B9-47AC-561F-6D8A6E0FD9FF}"/>
              </a:ext>
            </a:extLst>
          </p:cNvPr>
          <p:cNvSpPr/>
          <p:nvPr/>
        </p:nvSpPr>
        <p:spPr>
          <a:xfrm>
            <a:off x="3757811" y="4491270"/>
            <a:ext cx="859257" cy="158995"/>
          </a:xfrm>
          <a:prstGeom prst="rect">
            <a:avLst/>
          </a:prstGeom>
          <a:solidFill>
            <a:srgbClr val="FFD7EC"/>
          </a:solidFill>
          <a:ln w="6350">
            <a:solidFill>
              <a:srgbClr val="F26179"/>
            </a:solidFill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defRPr/>
            </a:pPr>
            <a:r>
              <a:rPr lang="en-US" altLang="ko-KR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Master Role role</a:t>
            </a:r>
            <a:endParaRPr lang="ko-KR" altLang="en-US" sz="700" kern="2000" spc="-4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sp>
        <p:nvSpPr>
          <p:cNvPr id="24" name="직사각형 208">
            <a:extLst>
              <a:ext uri="{FF2B5EF4-FFF2-40B4-BE49-F238E27FC236}">
                <a16:creationId xmlns:a16="http://schemas.microsoft.com/office/drawing/2014/main" id="{9C35ABE1-8525-1F54-7BE5-DCA69F274B04}"/>
              </a:ext>
            </a:extLst>
          </p:cNvPr>
          <p:cNvSpPr/>
          <p:nvPr/>
        </p:nvSpPr>
        <p:spPr>
          <a:xfrm>
            <a:off x="3757811" y="4280268"/>
            <a:ext cx="859257" cy="158995"/>
          </a:xfrm>
          <a:prstGeom prst="rect">
            <a:avLst/>
          </a:prstGeom>
          <a:solidFill>
            <a:srgbClr val="D5FFCF"/>
          </a:solidFill>
          <a:ln w="6350">
            <a:solidFill>
              <a:schemeClr val="accent3">
                <a:lumMod val="75000"/>
              </a:schemeClr>
            </a:solidFill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defRPr/>
            </a:pPr>
            <a:r>
              <a:rPr lang="en-US" altLang="ko-KR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Worker Role layer</a:t>
            </a:r>
            <a:endParaRPr lang="ko-KR" altLang="en-US" sz="700" kern="2000" spc="-4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sp>
        <p:nvSpPr>
          <p:cNvPr id="25" name="직사각형 208">
            <a:extLst>
              <a:ext uri="{FF2B5EF4-FFF2-40B4-BE49-F238E27FC236}">
                <a16:creationId xmlns:a16="http://schemas.microsoft.com/office/drawing/2014/main" id="{527C6B60-49A3-0B15-1BCE-CC04BB0BBF2A}"/>
              </a:ext>
            </a:extLst>
          </p:cNvPr>
          <p:cNvSpPr/>
          <p:nvPr/>
        </p:nvSpPr>
        <p:spPr>
          <a:xfrm>
            <a:off x="3753420" y="4697500"/>
            <a:ext cx="859257" cy="188510"/>
          </a:xfrm>
          <a:prstGeom prst="rect">
            <a:avLst/>
          </a:prstGeom>
          <a:solidFill>
            <a:srgbClr val="BAE6FF"/>
          </a:solidFill>
          <a:ln w="6350">
            <a:solidFill>
              <a:srgbClr val="0432FF"/>
            </a:solidFill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defRPr/>
            </a:pPr>
            <a:r>
              <a:rPr lang="en-US" altLang="ko-KR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 Storage layer</a:t>
            </a:r>
            <a:endParaRPr lang="ko-KR" altLang="en-US" sz="700" kern="2000" spc="-4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sp>
        <p:nvSpPr>
          <p:cNvPr id="26" name="Rectangle 217">
            <a:extLst>
              <a:ext uri="{FF2B5EF4-FFF2-40B4-BE49-F238E27FC236}">
                <a16:creationId xmlns:a16="http://schemas.microsoft.com/office/drawing/2014/main" id="{6294816D-5420-1A79-FD52-B898AA56DCB5}"/>
              </a:ext>
            </a:extLst>
          </p:cNvPr>
          <p:cNvSpPr/>
          <p:nvPr/>
        </p:nvSpPr>
        <p:spPr>
          <a:xfrm>
            <a:off x="5127962" y="1780568"/>
            <a:ext cx="1046879" cy="2918813"/>
          </a:xfrm>
          <a:prstGeom prst="rect">
            <a:avLst/>
          </a:prstGeom>
          <a:solidFill>
            <a:srgbClr val="7CA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432" latinLnBrk="0">
              <a:defRPr/>
            </a:pPr>
            <a:endParaRPr lang="en-KR" sz="700"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478C02-6E91-EFB1-7AC5-4E78339169EF}"/>
              </a:ext>
            </a:extLst>
          </p:cNvPr>
          <p:cNvSpPr txBox="1"/>
          <p:nvPr/>
        </p:nvSpPr>
        <p:spPr>
          <a:xfrm>
            <a:off x="5166421" y="1897966"/>
            <a:ext cx="969962" cy="1077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algn="ctr">
              <a:defRPr sz="900">
                <a:solidFill>
                  <a:schemeClr val="bg1"/>
                </a:solidFill>
                <a:latin typeface="IBM Plex Sans KR SmBld" panose="020B0703050203000203" pitchFamily="50" charset="-127"/>
                <a:ea typeface="IBM Plex Sans KR SmBld" panose="020B0703050203000203" pitchFamily="50" charset="-127"/>
              </a:defRPr>
            </a:lvl1pPr>
          </a:lstStyle>
          <a:p>
            <a:pPr defTabSz="727432" latinLnBrk="0">
              <a:defRPr/>
            </a:pPr>
            <a:r>
              <a:rPr lang="en-KR" sz="700" dirty="0">
                <a:solidFill>
                  <a:prstClr val="white"/>
                </a:solidFill>
              </a:rPr>
              <a:t>Maximo IT</a:t>
            </a:r>
            <a:r>
              <a:rPr lang="ko-KR" altLang="en-US" sz="700" dirty="0">
                <a:solidFill>
                  <a:prstClr val="white"/>
                </a:solidFill>
              </a:rPr>
              <a:t> 운영</a:t>
            </a:r>
            <a:endParaRPr lang="en-KR" sz="700" dirty="0">
              <a:solidFill>
                <a:prstClr val="white"/>
              </a:solidFill>
            </a:endParaRPr>
          </a:p>
        </p:txBody>
      </p:sp>
      <p:sp>
        <p:nvSpPr>
          <p:cNvPr id="28" name="직사각형 208">
            <a:extLst>
              <a:ext uri="{FF2B5EF4-FFF2-40B4-BE49-F238E27FC236}">
                <a16:creationId xmlns:a16="http://schemas.microsoft.com/office/drawing/2014/main" id="{8CE4BF4F-06FA-18BA-26EE-C30E410F34EA}"/>
              </a:ext>
            </a:extLst>
          </p:cNvPr>
          <p:cNvSpPr/>
          <p:nvPr/>
        </p:nvSpPr>
        <p:spPr>
          <a:xfrm>
            <a:off x="5221774" y="4359766"/>
            <a:ext cx="859257" cy="158995"/>
          </a:xfrm>
          <a:prstGeom prst="rect">
            <a:avLst/>
          </a:prstGeom>
          <a:solidFill>
            <a:schemeClr val="bg1"/>
          </a:solidFill>
          <a:ln w="12700">
            <a:noFill/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defRPr/>
            </a:pPr>
            <a:r>
              <a:rPr lang="en-US" altLang="ko-KR" sz="700" kern="2000" spc="-40" dirty="0" err="1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NVMe</a:t>
            </a:r>
            <a:r>
              <a:rPr lang="en-US" altLang="ko-KR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/SSD  2TB</a:t>
            </a:r>
            <a:r>
              <a:rPr lang="ko-KR" altLang="en-US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 이상</a:t>
            </a:r>
          </a:p>
        </p:txBody>
      </p:sp>
      <p:sp>
        <p:nvSpPr>
          <p:cNvPr id="29" name="직사각형 208">
            <a:extLst>
              <a:ext uri="{FF2B5EF4-FFF2-40B4-BE49-F238E27FC236}">
                <a16:creationId xmlns:a16="http://schemas.microsoft.com/office/drawing/2014/main" id="{2F04FACE-4EF7-73ED-0DB8-9B02D1BE713E}"/>
              </a:ext>
            </a:extLst>
          </p:cNvPr>
          <p:cNvSpPr/>
          <p:nvPr/>
        </p:nvSpPr>
        <p:spPr>
          <a:xfrm>
            <a:off x="5221774" y="4158858"/>
            <a:ext cx="859257" cy="158995"/>
          </a:xfrm>
          <a:prstGeom prst="rect">
            <a:avLst/>
          </a:prstGeom>
          <a:solidFill>
            <a:schemeClr val="bg1"/>
          </a:solidFill>
          <a:ln w="12700">
            <a:noFill/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defRPr/>
            </a:pPr>
            <a:r>
              <a:rPr lang="en-US" altLang="ko-KR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21 core / 125GB</a:t>
            </a:r>
            <a:endParaRPr lang="ko-KR" altLang="en-US" sz="700" kern="2000" spc="-4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sp>
        <p:nvSpPr>
          <p:cNvPr id="30" name="직사각형 208">
            <a:extLst>
              <a:ext uri="{FF2B5EF4-FFF2-40B4-BE49-F238E27FC236}">
                <a16:creationId xmlns:a16="http://schemas.microsoft.com/office/drawing/2014/main" id="{9E708EDD-CB6C-F327-F922-FE47AE306E48}"/>
              </a:ext>
            </a:extLst>
          </p:cNvPr>
          <p:cNvSpPr/>
          <p:nvPr/>
        </p:nvSpPr>
        <p:spPr>
          <a:xfrm>
            <a:off x="5221774" y="3957952"/>
            <a:ext cx="859257" cy="158995"/>
          </a:xfrm>
          <a:prstGeom prst="rect">
            <a:avLst/>
          </a:prstGeom>
          <a:solidFill>
            <a:schemeClr val="bg1"/>
          </a:solidFill>
          <a:ln w="12700">
            <a:noFill/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defRPr/>
            </a:pPr>
            <a:r>
              <a:rPr lang="en-US" altLang="ko-KR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RHCOS</a:t>
            </a:r>
            <a:endParaRPr lang="ko-KR" altLang="en-US" sz="700" kern="2000" spc="-4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sp>
        <p:nvSpPr>
          <p:cNvPr id="31" name="직사각형 208">
            <a:extLst>
              <a:ext uri="{FF2B5EF4-FFF2-40B4-BE49-F238E27FC236}">
                <a16:creationId xmlns:a16="http://schemas.microsoft.com/office/drawing/2014/main" id="{4DA7AA38-4EBB-EDDC-9715-5F38203E85BB}"/>
              </a:ext>
            </a:extLst>
          </p:cNvPr>
          <p:cNvSpPr/>
          <p:nvPr/>
        </p:nvSpPr>
        <p:spPr>
          <a:xfrm>
            <a:off x="5214260" y="3303132"/>
            <a:ext cx="859257" cy="158995"/>
          </a:xfrm>
          <a:prstGeom prst="rect">
            <a:avLst/>
          </a:prstGeom>
          <a:solidFill>
            <a:srgbClr val="FFD7EC"/>
          </a:solidFill>
          <a:ln w="6350">
            <a:solidFill>
              <a:srgbClr val="F26179"/>
            </a:solidFill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defRPr/>
            </a:pPr>
            <a:r>
              <a:rPr lang="en-US" altLang="ko-KR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Control Plane</a:t>
            </a:r>
            <a:endParaRPr lang="ko-KR" altLang="en-US" sz="700" kern="2000" spc="-4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sp>
        <p:nvSpPr>
          <p:cNvPr id="32" name="직사각형 208">
            <a:extLst>
              <a:ext uri="{FF2B5EF4-FFF2-40B4-BE49-F238E27FC236}">
                <a16:creationId xmlns:a16="http://schemas.microsoft.com/office/drawing/2014/main" id="{BA56AEE0-A3D6-3C3A-33DB-D104CE710A5E}"/>
              </a:ext>
            </a:extLst>
          </p:cNvPr>
          <p:cNvSpPr/>
          <p:nvPr/>
        </p:nvSpPr>
        <p:spPr>
          <a:xfrm>
            <a:off x="5214260" y="3102223"/>
            <a:ext cx="859257" cy="158995"/>
          </a:xfrm>
          <a:prstGeom prst="rect">
            <a:avLst/>
          </a:prstGeom>
          <a:solidFill>
            <a:srgbClr val="FFD7EC"/>
          </a:solidFill>
          <a:ln w="6350">
            <a:solidFill>
              <a:srgbClr val="F26179"/>
            </a:solidFill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defRPr/>
            </a:pPr>
            <a:r>
              <a:rPr lang="en-US" altLang="ko-KR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etcd</a:t>
            </a:r>
            <a:endParaRPr lang="ko-KR" altLang="en-US" sz="700" kern="2000" spc="-4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sp>
        <p:nvSpPr>
          <p:cNvPr id="33" name="직사각형 208">
            <a:extLst>
              <a:ext uri="{FF2B5EF4-FFF2-40B4-BE49-F238E27FC236}">
                <a16:creationId xmlns:a16="http://schemas.microsoft.com/office/drawing/2014/main" id="{26458336-0D01-6F83-00DB-2D23E239BFF3}"/>
              </a:ext>
            </a:extLst>
          </p:cNvPr>
          <p:cNvSpPr/>
          <p:nvPr/>
        </p:nvSpPr>
        <p:spPr>
          <a:xfrm>
            <a:off x="5214260" y="2323528"/>
            <a:ext cx="859257" cy="158995"/>
          </a:xfrm>
          <a:prstGeom prst="rect">
            <a:avLst/>
          </a:prstGeom>
          <a:solidFill>
            <a:srgbClr val="D5FFCF"/>
          </a:solidFill>
          <a:ln w="6350">
            <a:solidFill>
              <a:schemeClr val="accent3">
                <a:lumMod val="75000"/>
              </a:schemeClr>
            </a:solidFill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defRPr/>
            </a:pPr>
            <a:r>
              <a:rPr lang="en-US" altLang="ko-KR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Maximo Manage</a:t>
            </a:r>
            <a:endParaRPr lang="ko-KR" altLang="en-US" sz="700" kern="2000" spc="-4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sp>
        <p:nvSpPr>
          <p:cNvPr id="34" name="직사각형 208">
            <a:extLst>
              <a:ext uri="{FF2B5EF4-FFF2-40B4-BE49-F238E27FC236}">
                <a16:creationId xmlns:a16="http://schemas.microsoft.com/office/drawing/2014/main" id="{E128A5B6-4076-2435-99AC-7A8F855C708B}"/>
              </a:ext>
            </a:extLst>
          </p:cNvPr>
          <p:cNvSpPr/>
          <p:nvPr/>
        </p:nvSpPr>
        <p:spPr>
          <a:xfrm>
            <a:off x="5214260" y="2101128"/>
            <a:ext cx="859257" cy="158995"/>
          </a:xfrm>
          <a:prstGeom prst="rect">
            <a:avLst/>
          </a:prstGeom>
          <a:solidFill>
            <a:srgbClr val="D5FFCF"/>
          </a:solidFill>
          <a:ln w="6350">
            <a:solidFill>
              <a:schemeClr val="accent3">
                <a:lumMod val="75000"/>
              </a:schemeClr>
            </a:solidFill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defRPr/>
            </a:pPr>
            <a:r>
              <a:rPr lang="en-US" altLang="ko-KR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Maximo IT</a:t>
            </a:r>
            <a:endParaRPr lang="ko-KR" altLang="en-US" sz="700" kern="2000" spc="-4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grpSp>
        <p:nvGrpSpPr>
          <p:cNvPr id="45" name="그룹 2403">
            <a:extLst>
              <a:ext uri="{FF2B5EF4-FFF2-40B4-BE49-F238E27FC236}">
                <a16:creationId xmlns:a16="http://schemas.microsoft.com/office/drawing/2014/main" id="{D36EDB67-93A0-650D-DAEF-AEB7D218F737}"/>
              </a:ext>
            </a:extLst>
          </p:cNvPr>
          <p:cNvGrpSpPr/>
          <p:nvPr/>
        </p:nvGrpSpPr>
        <p:grpSpPr>
          <a:xfrm>
            <a:off x="8463878" y="1709925"/>
            <a:ext cx="1046880" cy="1107660"/>
            <a:chOff x="3320649" y="3426084"/>
            <a:chExt cx="686195" cy="659917"/>
          </a:xfrm>
        </p:grpSpPr>
        <p:sp>
          <p:nvSpPr>
            <p:cNvPr id="794" name="Rectangle 289">
              <a:extLst>
                <a:ext uri="{FF2B5EF4-FFF2-40B4-BE49-F238E27FC236}">
                  <a16:creationId xmlns:a16="http://schemas.microsoft.com/office/drawing/2014/main" id="{19885764-F701-7001-AEFE-1995FF9D4D00}"/>
                </a:ext>
              </a:extLst>
            </p:cNvPr>
            <p:cNvSpPr/>
            <p:nvPr/>
          </p:nvSpPr>
          <p:spPr>
            <a:xfrm>
              <a:off x="3320649" y="3426084"/>
              <a:ext cx="686195" cy="659917"/>
            </a:xfrm>
            <a:prstGeom prst="rect">
              <a:avLst/>
            </a:prstGeom>
            <a:solidFill>
              <a:srgbClr val="135A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27432" latinLnBrk="0">
                <a:defRPr/>
              </a:pPr>
              <a:endParaRPr lang="en-KR" sz="700"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endParaRPr>
            </a:p>
          </p:txBody>
        </p:sp>
        <p:sp>
          <p:nvSpPr>
            <p:cNvPr id="795" name="TextBox 794">
              <a:extLst>
                <a:ext uri="{FF2B5EF4-FFF2-40B4-BE49-F238E27FC236}">
                  <a16:creationId xmlns:a16="http://schemas.microsoft.com/office/drawing/2014/main" id="{2BE97DE1-143F-AFCA-A4E6-52A00FF187CE}"/>
                </a:ext>
              </a:extLst>
            </p:cNvPr>
            <p:cNvSpPr txBox="1"/>
            <p:nvPr/>
          </p:nvSpPr>
          <p:spPr>
            <a:xfrm>
              <a:off x="3415528" y="3483501"/>
              <a:ext cx="496439" cy="6417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900">
                  <a:solidFill>
                    <a:schemeClr val="bg1"/>
                  </a:solidFill>
                  <a:latin typeface="IBM Plex Sans KR SmBld" panose="020B0703050203000203" pitchFamily="50" charset="-127"/>
                  <a:ea typeface="IBM Plex Sans KR SmBld" panose="020B0703050203000203" pitchFamily="50" charset="-127"/>
                </a:defRPr>
              </a:lvl1pPr>
            </a:lstStyle>
            <a:p>
              <a:pPr defTabSz="727432" latinLnBrk="0">
                <a:defRPr/>
              </a:pPr>
              <a:r>
                <a:rPr lang="en-US" sz="700" dirty="0">
                  <a:solidFill>
                    <a:prstClr val="white"/>
                  </a:solidFill>
                </a:rPr>
                <a:t>Device42 </a:t>
              </a:r>
              <a:r>
                <a:rPr lang="ko-KR" altLang="en-US" sz="700" dirty="0">
                  <a:solidFill>
                    <a:prstClr val="white"/>
                  </a:solidFill>
                </a:rPr>
                <a:t>운영서버</a:t>
              </a:r>
              <a:endParaRPr lang="en-KR" sz="700" dirty="0">
                <a:solidFill>
                  <a:prstClr val="white"/>
                </a:solidFill>
              </a:endParaRPr>
            </a:p>
          </p:txBody>
        </p:sp>
        <p:sp>
          <p:nvSpPr>
            <p:cNvPr id="796" name="직사각형 208">
              <a:extLst>
                <a:ext uri="{FF2B5EF4-FFF2-40B4-BE49-F238E27FC236}">
                  <a16:creationId xmlns:a16="http://schemas.microsoft.com/office/drawing/2014/main" id="{157ED862-BE8D-A10C-86FF-EA13BDE57C5F}"/>
                </a:ext>
              </a:extLst>
            </p:cNvPr>
            <p:cNvSpPr/>
            <p:nvPr/>
          </p:nvSpPr>
          <p:spPr>
            <a:xfrm>
              <a:off x="3382139" y="3827211"/>
              <a:ext cx="563215" cy="94725"/>
            </a:xfrm>
            <a:prstGeom prst="rect">
              <a:avLst/>
            </a:prstGeom>
            <a:solidFill>
              <a:schemeClr val="bg1"/>
            </a:solidFill>
            <a:ln w="12700">
              <a:noFill/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27432" latinLnBrk="0">
                <a:defRPr/>
              </a:pPr>
              <a:r>
                <a:rPr lang="en-US" altLang="ko-KR" sz="700" kern="2000" spc="-40" dirty="0">
                  <a:ln>
                    <a:solidFill>
                      <a:prstClr val="black">
                        <a:lumMod val="75000"/>
                        <a:lumOff val="25000"/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IBM Plex Sans KR Text" panose="020B0503050203000203" pitchFamily="50" charset="-127"/>
                  <a:ea typeface="IBM Plex Sans KR Text" panose="020B0503050203000203" pitchFamily="50" charset="-127"/>
                </a:rPr>
                <a:t>Disk 100GB</a:t>
              </a:r>
              <a:endParaRPr lang="ko-KR" altLang="en-US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endParaRPr>
            </a:p>
          </p:txBody>
        </p:sp>
        <p:sp>
          <p:nvSpPr>
            <p:cNvPr id="797" name="직사각형 208">
              <a:extLst>
                <a:ext uri="{FF2B5EF4-FFF2-40B4-BE49-F238E27FC236}">
                  <a16:creationId xmlns:a16="http://schemas.microsoft.com/office/drawing/2014/main" id="{EE8B19D6-B60F-E675-4F91-4720B8079F7F}"/>
                </a:ext>
              </a:extLst>
            </p:cNvPr>
            <p:cNvSpPr/>
            <p:nvPr/>
          </p:nvSpPr>
          <p:spPr>
            <a:xfrm>
              <a:off x="3382139" y="3707515"/>
              <a:ext cx="563215" cy="94725"/>
            </a:xfrm>
            <a:prstGeom prst="rect">
              <a:avLst/>
            </a:prstGeom>
            <a:solidFill>
              <a:schemeClr val="bg1"/>
            </a:solidFill>
            <a:ln w="12700">
              <a:noFill/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27432" latinLnBrk="0">
                <a:defRPr/>
              </a:pPr>
              <a:r>
                <a:rPr lang="en-US" altLang="ko-KR" sz="700" kern="2000" spc="-40" dirty="0">
                  <a:ln>
                    <a:solidFill>
                      <a:prstClr val="black">
                        <a:lumMod val="75000"/>
                        <a:lumOff val="25000"/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IBM Plex Sans KR Text" panose="020B0503050203000203" pitchFamily="50" charset="-127"/>
                  <a:ea typeface="IBM Plex Sans KR Text" panose="020B0503050203000203" pitchFamily="50" charset="-127"/>
                </a:rPr>
                <a:t>4core /32GB</a:t>
              </a:r>
              <a:endParaRPr lang="ko-KR" altLang="en-US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endParaRPr>
            </a:p>
          </p:txBody>
        </p:sp>
        <p:sp>
          <p:nvSpPr>
            <p:cNvPr id="798" name="직사각형 208">
              <a:extLst>
                <a:ext uri="{FF2B5EF4-FFF2-40B4-BE49-F238E27FC236}">
                  <a16:creationId xmlns:a16="http://schemas.microsoft.com/office/drawing/2014/main" id="{09C6FD8B-F31A-5CF6-6E4A-55A82A2B2E10}"/>
                </a:ext>
              </a:extLst>
            </p:cNvPr>
            <p:cNvSpPr/>
            <p:nvPr/>
          </p:nvSpPr>
          <p:spPr>
            <a:xfrm>
              <a:off x="3382139" y="3587820"/>
              <a:ext cx="563215" cy="94725"/>
            </a:xfrm>
            <a:prstGeom prst="rect">
              <a:avLst/>
            </a:prstGeom>
            <a:solidFill>
              <a:schemeClr val="bg1"/>
            </a:solidFill>
            <a:ln w="12700">
              <a:noFill/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27432" latinLnBrk="0">
                <a:defRPr/>
              </a:pPr>
              <a:r>
                <a:rPr lang="en-US" altLang="ko-KR" sz="700" kern="2000" spc="-40" dirty="0">
                  <a:ln>
                    <a:solidFill>
                      <a:prstClr val="black">
                        <a:lumMod val="75000"/>
                        <a:lumOff val="25000"/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IBM Plex Sans KR Text" panose="020B0503050203000203" pitchFamily="50" charset="-127"/>
                  <a:ea typeface="IBM Plex Sans KR Text" panose="020B0503050203000203" pitchFamily="50" charset="-127"/>
                </a:rPr>
                <a:t>VM appliance</a:t>
              </a:r>
              <a:endParaRPr lang="ko-KR" altLang="en-US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endParaRPr>
            </a:p>
          </p:txBody>
        </p:sp>
        <p:sp>
          <p:nvSpPr>
            <p:cNvPr id="799" name="직사각형 208">
              <a:extLst>
                <a:ext uri="{FF2B5EF4-FFF2-40B4-BE49-F238E27FC236}">
                  <a16:creationId xmlns:a16="http://schemas.microsoft.com/office/drawing/2014/main" id="{622A9DE6-3239-7868-82BF-E46FD36ABDDD}"/>
                </a:ext>
              </a:extLst>
            </p:cNvPr>
            <p:cNvSpPr/>
            <p:nvPr/>
          </p:nvSpPr>
          <p:spPr>
            <a:xfrm>
              <a:off x="3382139" y="3946907"/>
              <a:ext cx="563215" cy="94725"/>
            </a:xfrm>
            <a:prstGeom prst="rect">
              <a:avLst/>
            </a:prstGeom>
            <a:solidFill>
              <a:schemeClr val="bg1"/>
            </a:solidFill>
            <a:ln w="12700">
              <a:noFill/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27432" latinLnBrk="0">
                <a:defRPr/>
              </a:pPr>
              <a:endParaRPr lang="ko-KR" altLang="en-US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endParaRPr>
            </a:p>
          </p:txBody>
        </p:sp>
      </p:grpSp>
      <p:grpSp>
        <p:nvGrpSpPr>
          <p:cNvPr id="46" name="그룹 2404">
            <a:extLst>
              <a:ext uri="{FF2B5EF4-FFF2-40B4-BE49-F238E27FC236}">
                <a16:creationId xmlns:a16="http://schemas.microsoft.com/office/drawing/2014/main" id="{0ADA0380-5DED-A8E2-0A05-BA719815B561}"/>
              </a:ext>
            </a:extLst>
          </p:cNvPr>
          <p:cNvGrpSpPr/>
          <p:nvPr/>
        </p:nvGrpSpPr>
        <p:grpSpPr>
          <a:xfrm>
            <a:off x="8463878" y="2946070"/>
            <a:ext cx="1046878" cy="1107660"/>
            <a:chOff x="3320649" y="3426084"/>
            <a:chExt cx="686195" cy="659917"/>
          </a:xfrm>
        </p:grpSpPr>
        <p:sp>
          <p:nvSpPr>
            <p:cNvPr id="788" name="Rectangle 289">
              <a:extLst>
                <a:ext uri="{FF2B5EF4-FFF2-40B4-BE49-F238E27FC236}">
                  <a16:creationId xmlns:a16="http://schemas.microsoft.com/office/drawing/2014/main" id="{E5DD1F97-FA4D-DE69-7A62-A189B14E84FB}"/>
                </a:ext>
              </a:extLst>
            </p:cNvPr>
            <p:cNvSpPr/>
            <p:nvPr/>
          </p:nvSpPr>
          <p:spPr>
            <a:xfrm>
              <a:off x="3320649" y="3426084"/>
              <a:ext cx="686195" cy="659917"/>
            </a:xfrm>
            <a:prstGeom prst="rect">
              <a:avLst/>
            </a:prstGeom>
            <a:solidFill>
              <a:srgbClr val="135A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27432" latinLnBrk="0">
                <a:defRPr/>
              </a:pPr>
              <a:endParaRPr lang="en-KR" sz="700"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endParaRPr>
            </a:p>
          </p:txBody>
        </p:sp>
        <p:sp>
          <p:nvSpPr>
            <p:cNvPr id="789" name="TextBox 788">
              <a:extLst>
                <a:ext uri="{FF2B5EF4-FFF2-40B4-BE49-F238E27FC236}">
                  <a16:creationId xmlns:a16="http://schemas.microsoft.com/office/drawing/2014/main" id="{F57D3A45-9033-A947-0326-BDBA48B3582F}"/>
                </a:ext>
              </a:extLst>
            </p:cNvPr>
            <p:cNvSpPr txBox="1"/>
            <p:nvPr/>
          </p:nvSpPr>
          <p:spPr>
            <a:xfrm>
              <a:off x="3350054" y="3473539"/>
              <a:ext cx="628688" cy="8409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900">
                  <a:solidFill>
                    <a:schemeClr val="bg1"/>
                  </a:solidFill>
                  <a:latin typeface="IBM Plex Sans KR SmBld" panose="020B0703050203000203" pitchFamily="50" charset="-127"/>
                  <a:ea typeface="IBM Plex Sans KR SmBld" panose="020B0703050203000203" pitchFamily="50" charset="-127"/>
                </a:defRPr>
              </a:lvl1pPr>
            </a:lstStyle>
            <a:p>
              <a:pPr defTabSz="727432" latinLnBrk="0">
                <a:defRPr/>
              </a:pPr>
              <a:r>
                <a:rPr lang="en-US" sz="700" dirty="0">
                  <a:solidFill>
                    <a:prstClr val="white"/>
                  </a:solidFill>
                </a:rPr>
                <a:t>Device42 </a:t>
              </a:r>
              <a:r>
                <a:rPr lang="ko-KR" altLang="en-US" sz="700" dirty="0">
                  <a:solidFill>
                    <a:prstClr val="white"/>
                  </a:solidFill>
                </a:rPr>
                <a:t>원격수집기</a:t>
              </a:r>
              <a:endParaRPr lang="en-KR" sz="700" dirty="0">
                <a:solidFill>
                  <a:prstClr val="white"/>
                </a:solidFill>
              </a:endParaRPr>
            </a:p>
          </p:txBody>
        </p:sp>
        <p:sp>
          <p:nvSpPr>
            <p:cNvPr id="790" name="직사각형 208">
              <a:extLst>
                <a:ext uri="{FF2B5EF4-FFF2-40B4-BE49-F238E27FC236}">
                  <a16:creationId xmlns:a16="http://schemas.microsoft.com/office/drawing/2014/main" id="{D2950A74-431D-E760-2895-FFB36CCB4A11}"/>
                </a:ext>
              </a:extLst>
            </p:cNvPr>
            <p:cNvSpPr/>
            <p:nvPr/>
          </p:nvSpPr>
          <p:spPr>
            <a:xfrm>
              <a:off x="3382139" y="3827211"/>
              <a:ext cx="563215" cy="94725"/>
            </a:xfrm>
            <a:prstGeom prst="rect">
              <a:avLst/>
            </a:prstGeom>
            <a:solidFill>
              <a:schemeClr val="bg1"/>
            </a:solidFill>
            <a:ln w="12700">
              <a:noFill/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27432" latinLnBrk="0">
                <a:defRPr/>
              </a:pPr>
              <a:r>
                <a:rPr lang="en-US" altLang="ko-KR" sz="700" kern="2000" spc="-40" dirty="0">
                  <a:ln>
                    <a:solidFill>
                      <a:prstClr val="black">
                        <a:lumMod val="75000"/>
                        <a:lumOff val="25000"/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IBM Plex Sans KR Text" panose="020B0503050203000203" pitchFamily="50" charset="-127"/>
                  <a:ea typeface="IBM Plex Sans KR Text" panose="020B0503050203000203" pitchFamily="50" charset="-127"/>
                </a:rPr>
                <a:t>Disk 100GB</a:t>
              </a:r>
              <a:endParaRPr lang="ko-KR" altLang="en-US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endParaRPr>
            </a:p>
          </p:txBody>
        </p:sp>
        <p:sp>
          <p:nvSpPr>
            <p:cNvPr id="791" name="직사각형 208">
              <a:extLst>
                <a:ext uri="{FF2B5EF4-FFF2-40B4-BE49-F238E27FC236}">
                  <a16:creationId xmlns:a16="http://schemas.microsoft.com/office/drawing/2014/main" id="{B3A885AD-456B-70B7-27BB-E83DEC6DFC6E}"/>
                </a:ext>
              </a:extLst>
            </p:cNvPr>
            <p:cNvSpPr/>
            <p:nvPr/>
          </p:nvSpPr>
          <p:spPr>
            <a:xfrm>
              <a:off x="3382139" y="3707515"/>
              <a:ext cx="563215" cy="94725"/>
            </a:xfrm>
            <a:prstGeom prst="rect">
              <a:avLst/>
            </a:prstGeom>
            <a:solidFill>
              <a:schemeClr val="bg1"/>
            </a:solidFill>
            <a:ln w="12700">
              <a:noFill/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27432" latinLnBrk="0">
                <a:defRPr/>
              </a:pPr>
              <a:r>
                <a:rPr lang="en-US" altLang="ko-KR" sz="700" kern="2000" spc="-40" dirty="0">
                  <a:ln>
                    <a:solidFill>
                      <a:prstClr val="black">
                        <a:lumMod val="75000"/>
                        <a:lumOff val="25000"/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IBM Plex Sans KR Text" panose="020B0503050203000203" pitchFamily="50" charset="-127"/>
                  <a:ea typeface="IBM Plex Sans KR Text" panose="020B0503050203000203" pitchFamily="50" charset="-127"/>
                </a:rPr>
                <a:t>1core / 4GB</a:t>
              </a:r>
              <a:endParaRPr lang="ko-KR" altLang="en-US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endParaRPr>
            </a:p>
          </p:txBody>
        </p:sp>
        <p:sp>
          <p:nvSpPr>
            <p:cNvPr id="792" name="직사각형 208">
              <a:extLst>
                <a:ext uri="{FF2B5EF4-FFF2-40B4-BE49-F238E27FC236}">
                  <a16:creationId xmlns:a16="http://schemas.microsoft.com/office/drawing/2014/main" id="{7822786C-CB4A-C375-1A91-667C15D64882}"/>
                </a:ext>
              </a:extLst>
            </p:cNvPr>
            <p:cNvSpPr/>
            <p:nvPr/>
          </p:nvSpPr>
          <p:spPr>
            <a:xfrm>
              <a:off x="3382143" y="3587820"/>
              <a:ext cx="563215" cy="94725"/>
            </a:xfrm>
            <a:prstGeom prst="rect">
              <a:avLst/>
            </a:prstGeom>
            <a:solidFill>
              <a:schemeClr val="bg1"/>
            </a:solidFill>
            <a:ln w="12700">
              <a:noFill/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27432" latinLnBrk="0">
                <a:defRPr/>
              </a:pPr>
              <a:r>
                <a:rPr lang="en-US" altLang="ko-KR" sz="700" kern="2000" spc="-40" dirty="0">
                  <a:ln>
                    <a:solidFill>
                      <a:prstClr val="black">
                        <a:lumMod val="75000"/>
                        <a:lumOff val="25000"/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IBM Plex Sans KR Text" panose="020B0503050203000203" pitchFamily="50" charset="-127"/>
                  <a:ea typeface="IBM Plex Sans KR Text" panose="020B0503050203000203" pitchFamily="50" charset="-127"/>
                </a:rPr>
                <a:t>VM appliance</a:t>
              </a:r>
              <a:endParaRPr lang="ko-KR" altLang="en-US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endParaRPr>
            </a:p>
          </p:txBody>
        </p:sp>
        <p:sp>
          <p:nvSpPr>
            <p:cNvPr id="793" name="직사각형 208">
              <a:extLst>
                <a:ext uri="{FF2B5EF4-FFF2-40B4-BE49-F238E27FC236}">
                  <a16:creationId xmlns:a16="http://schemas.microsoft.com/office/drawing/2014/main" id="{906EA988-9B0A-F095-CF5E-6E3E6903BB72}"/>
                </a:ext>
              </a:extLst>
            </p:cNvPr>
            <p:cNvSpPr/>
            <p:nvPr/>
          </p:nvSpPr>
          <p:spPr>
            <a:xfrm>
              <a:off x="3382139" y="3946907"/>
              <a:ext cx="563215" cy="94725"/>
            </a:xfrm>
            <a:prstGeom prst="rect">
              <a:avLst/>
            </a:prstGeom>
            <a:solidFill>
              <a:schemeClr val="bg1"/>
            </a:solidFill>
            <a:ln w="12700">
              <a:noFill/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27432" latinLnBrk="0">
                <a:defRPr/>
              </a:pPr>
              <a:endParaRPr lang="ko-KR" altLang="en-US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endParaRPr>
            </a:p>
          </p:txBody>
        </p:sp>
      </p:grpSp>
      <p:grpSp>
        <p:nvGrpSpPr>
          <p:cNvPr id="47" name="Group 203">
            <a:extLst>
              <a:ext uri="{FF2B5EF4-FFF2-40B4-BE49-F238E27FC236}">
                <a16:creationId xmlns:a16="http://schemas.microsoft.com/office/drawing/2014/main" id="{D6B95CD1-A6BE-D052-EF8B-CD1F60DFA577}"/>
              </a:ext>
            </a:extLst>
          </p:cNvPr>
          <p:cNvGrpSpPr/>
          <p:nvPr/>
        </p:nvGrpSpPr>
        <p:grpSpPr>
          <a:xfrm>
            <a:off x="8265398" y="1220214"/>
            <a:ext cx="1453168" cy="3994136"/>
            <a:chOff x="7946349" y="1738575"/>
            <a:chExt cx="2869923" cy="2158286"/>
          </a:xfrm>
        </p:grpSpPr>
        <p:sp>
          <p:nvSpPr>
            <p:cNvPr id="48" name="Rectangle 287">
              <a:extLst>
                <a:ext uri="{FF2B5EF4-FFF2-40B4-BE49-F238E27FC236}">
                  <a16:creationId xmlns:a16="http://schemas.microsoft.com/office/drawing/2014/main" id="{B54BD654-6C4E-7D47-DE73-86B9A65396AF}"/>
                </a:ext>
              </a:extLst>
            </p:cNvPr>
            <p:cNvSpPr/>
            <p:nvPr/>
          </p:nvSpPr>
          <p:spPr>
            <a:xfrm>
              <a:off x="7946349" y="1748147"/>
              <a:ext cx="2851493" cy="2148714"/>
            </a:xfrm>
            <a:prstGeom prst="rect">
              <a:avLst/>
            </a:prstGeom>
            <a:noFill/>
            <a:ln w="12700">
              <a:solidFill>
                <a:srgbClr val="C00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27432" latinLnBrk="0">
                <a:defRPr/>
              </a:pPr>
              <a:endParaRPr lang="en-KR" sz="700"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endParaRPr>
            </a:p>
          </p:txBody>
        </p:sp>
        <p:sp>
          <p:nvSpPr>
            <p:cNvPr id="787" name="TextBox 786">
              <a:extLst>
                <a:ext uri="{FF2B5EF4-FFF2-40B4-BE49-F238E27FC236}">
                  <a16:creationId xmlns:a16="http://schemas.microsoft.com/office/drawing/2014/main" id="{2A884558-91A4-1AA9-0F50-5D73BF00F1B0}"/>
                </a:ext>
              </a:extLst>
            </p:cNvPr>
            <p:cNvSpPr txBox="1"/>
            <p:nvPr/>
          </p:nvSpPr>
          <p:spPr>
            <a:xfrm>
              <a:off x="9259994" y="1738575"/>
              <a:ext cx="1556278" cy="163036"/>
            </a:xfrm>
            <a:prstGeom prst="round2SameRect">
              <a:avLst>
                <a:gd name="adj1" fmla="val 0"/>
                <a:gd name="adj2" fmla="val 31158"/>
              </a:avLst>
            </a:prstGeom>
            <a:solidFill>
              <a:srgbClr val="C00060"/>
            </a:solidFill>
          </p:spPr>
          <p:txBody>
            <a:bodyPr wrap="none" lIns="0" tIns="28638" rIns="0" bIns="0" rtlCol="0" anchor="ctr" anchorCtr="0">
              <a:noAutofit/>
            </a:bodyPr>
            <a:lstStyle/>
            <a:p>
              <a:pPr algn="ctr" defTabSz="727432" latinLnBrk="0">
                <a:defRPr/>
              </a:pPr>
              <a:r>
                <a:rPr lang="en-US" sz="900" dirty="0">
                  <a:solidFill>
                    <a:prstClr val="white"/>
                  </a:solidFill>
                  <a:latin typeface="IBM Plex Sans KR SmBld" panose="020B0703050203000203" pitchFamily="50" charset="-127"/>
                  <a:ea typeface="IBM Plex Sans KR SmBld" panose="020B0703050203000203" pitchFamily="50" charset="-127"/>
                </a:rPr>
                <a:t>VM </a:t>
              </a:r>
            </a:p>
            <a:p>
              <a:pPr algn="ctr" defTabSz="727432" latinLnBrk="0">
                <a:defRPr/>
              </a:pPr>
              <a:r>
                <a:rPr lang="en-US" sz="900" dirty="0">
                  <a:solidFill>
                    <a:prstClr val="white"/>
                  </a:solidFill>
                  <a:latin typeface="IBM Plex Sans KR SmBld" panose="020B0703050203000203" pitchFamily="50" charset="-127"/>
                  <a:ea typeface="IBM Plex Sans KR SmBld" panose="020B0703050203000203" pitchFamily="50" charset="-127"/>
                </a:rPr>
                <a:t>(Device42)</a:t>
              </a:r>
            </a:p>
          </p:txBody>
        </p:sp>
      </p:grpSp>
      <p:sp>
        <p:nvSpPr>
          <p:cNvPr id="822" name="직사각형 208">
            <a:extLst>
              <a:ext uri="{FF2B5EF4-FFF2-40B4-BE49-F238E27FC236}">
                <a16:creationId xmlns:a16="http://schemas.microsoft.com/office/drawing/2014/main" id="{192B8278-3058-9E22-59EF-793C70CCB1A8}"/>
              </a:ext>
            </a:extLst>
          </p:cNvPr>
          <p:cNvSpPr/>
          <p:nvPr/>
        </p:nvSpPr>
        <p:spPr>
          <a:xfrm>
            <a:off x="5214259" y="3618414"/>
            <a:ext cx="859257" cy="188510"/>
          </a:xfrm>
          <a:prstGeom prst="rect">
            <a:avLst/>
          </a:prstGeom>
          <a:solidFill>
            <a:srgbClr val="BAE6FF"/>
          </a:solidFill>
          <a:ln w="6350">
            <a:solidFill>
              <a:srgbClr val="0432FF"/>
            </a:solidFill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defRPr/>
            </a:pPr>
            <a:r>
              <a:rPr lang="en-US" altLang="ko-KR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NFS</a:t>
            </a:r>
            <a:endParaRPr lang="ko-KR" altLang="en-US" sz="700" kern="2000" spc="-4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sp>
        <p:nvSpPr>
          <p:cNvPr id="823" name="TextBox 822">
            <a:extLst>
              <a:ext uri="{FF2B5EF4-FFF2-40B4-BE49-F238E27FC236}">
                <a16:creationId xmlns:a16="http://schemas.microsoft.com/office/drawing/2014/main" id="{0944A850-C52E-06CA-D47A-B86643AC4FF6}"/>
              </a:ext>
            </a:extLst>
          </p:cNvPr>
          <p:cNvSpPr txBox="1"/>
          <p:nvPr/>
        </p:nvSpPr>
        <p:spPr>
          <a:xfrm>
            <a:off x="8327906" y="4446476"/>
            <a:ext cx="15756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1219170">
              <a:buClr>
                <a:srgbClr val="000000"/>
              </a:buClr>
              <a:buSzPts val="1000"/>
              <a:tabLst>
                <a:tab pos="609585" algn="l"/>
              </a:tabLst>
              <a:defRPr/>
            </a:pPr>
            <a:r>
              <a:rPr lang="en-US" altLang="ko-KR" sz="800" u="sng" kern="0" dirty="0">
                <a:solidFill>
                  <a:srgbClr val="0070C0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굴림" panose="020B0600000101010101" pitchFamily="50" charset="-127"/>
                <a:sym typeface="Arial"/>
                <a:hlinkClick r:id="rId5"/>
              </a:rPr>
              <a:t>VMware vCenter Server</a:t>
            </a:r>
            <a:endParaRPr lang="ko-KR" altLang="ko-KR" sz="800" kern="0" dirty="0">
              <a:solidFill>
                <a:srgbClr val="0070C0"/>
              </a:solidFill>
              <a:latin typeface="IBM Plex Sans KR" panose="020B0503050203000203" pitchFamily="50" charset="-127"/>
              <a:ea typeface="IBM Plex Sans KR" panose="020B0503050203000203" pitchFamily="50" charset="-127"/>
              <a:cs typeface="굴림" panose="020B0600000101010101" pitchFamily="50" charset="-127"/>
              <a:sym typeface="Arial"/>
            </a:endParaRPr>
          </a:p>
          <a:p>
            <a:pPr algn="just" defTabSz="1219170">
              <a:buClr>
                <a:srgbClr val="000000"/>
              </a:buClr>
              <a:buSzPts val="1000"/>
              <a:tabLst>
                <a:tab pos="609585" algn="l"/>
              </a:tabLst>
              <a:defRPr/>
            </a:pPr>
            <a:r>
              <a:rPr lang="en-US" altLang="ko-KR" sz="800" u="sng" kern="0" dirty="0">
                <a:solidFill>
                  <a:srgbClr val="0070C0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굴림" panose="020B0600000101010101" pitchFamily="50" charset="-127"/>
                <a:sym typeface="Arial"/>
                <a:hlinkClick r:id="rId6"/>
              </a:rPr>
              <a:t>Microsoft Hyper-V</a:t>
            </a:r>
            <a:endParaRPr lang="ko-KR" altLang="ko-KR" sz="800" kern="0" dirty="0">
              <a:solidFill>
                <a:srgbClr val="0070C0"/>
              </a:solidFill>
              <a:latin typeface="IBM Plex Sans KR" panose="020B0503050203000203" pitchFamily="50" charset="-127"/>
              <a:ea typeface="IBM Plex Sans KR" panose="020B0503050203000203" pitchFamily="50" charset="-127"/>
              <a:cs typeface="굴림" panose="020B0600000101010101" pitchFamily="50" charset="-127"/>
              <a:sym typeface="Arial"/>
            </a:endParaRPr>
          </a:p>
          <a:p>
            <a:pPr algn="just" defTabSz="1219170">
              <a:buClr>
                <a:srgbClr val="000000"/>
              </a:buClr>
              <a:buSzPts val="1000"/>
              <a:tabLst>
                <a:tab pos="609585" algn="l"/>
              </a:tabLst>
              <a:defRPr/>
            </a:pPr>
            <a:r>
              <a:rPr lang="en-US" altLang="ko-KR" sz="800" u="sng" kern="0" dirty="0">
                <a:solidFill>
                  <a:srgbClr val="0070C0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굴림" panose="020B0600000101010101" pitchFamily="50" charset="-127"/>
                <a:sym typeface="Arial"/>
                <a:hlinkClick r:id="rId7"/>
              </a:rPr>
              <a:t>Citrix Xen Server</a:t>
            </a:r>
            <a:endParaRPr lang="ko-KR" altLang="ko-KR" sz="800" kern="0" dirty="0">
              <a:solidFill>
                <a:srgbClr val="0070C0"/>
              </a:solidFill>
              <a:latin typeface="IBM Plex Sans KR" panose="020B0503050203000203" pitchFamily="50" charset="-127"/>
              <a:ea typeface="IBM Plex Sans KR" panose="020B0503050203000203" pitchFamily="50" charset="-127"/>
              <a:cs typeface="굴림" panose="020B0600000101010101" pitchFamily="50" charset="-127"/>
              <a:sym typeface="Arial"/>
            </a:endParaRPr>
          </a:p>
          <a:p>
            <a:pPr algn="just" defTabSz="1219170">
              <a:buClr>
                <a:srgbClr val="000000"/>
              </a:buClr>
              <a:buSzPts val="1000"/>
              <a:tabLst>
                <a:tab pos="609585" algn="l"/>
              </a:tabLst>
              <a:defRPr/>
            </a:pPr>
            <a:r>
              <a:rPr lang="en-US" altLang="ko-KR" sz="800" u="sng" kern="0" dirty="0">
                <a:solidFill>
                  <a:srgbClr val="0070C0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굴림" panose="020B0600000101010101" pitchFamily="50" charset="-127"/>
                <a:sym typeface="Arial"/>
                <a:hlinkClick r:id="rId8"/>
              </a:rPr>
              <a:t>Xen or KVM</a:t>
            </a:r>
            <a:endParaRPr lang="ko-KR" altLang="ko-KR" sz="800" kern="0" dirty="0">
              <a:solidFill>
                <a:srgbClr val="0070C0"/>
              </a:solidFill>
              <a:latin typeface="IBM Plex Sans KR" panose="020B0503050203000203" pitchFamily="50" charset="-127"/>
              <a:ea typeface="IBM Plex Sans KR" panose="020B0503050203000203" pitchFamily="50" charset="-127"/>
              <a:cs typeface="굴림" panose="020B0600000101010101" pitchFamily="50" charset="-127"/>
              <a:sym typeface="Arial"/>
            </a:endParaRPr>
          </a:p>
        </p:txBody>
      </p:sp>
      <p:sp>
        <p:nvSpPr>
          <p:cNvPr id="825" name="TextBox 824">
            <a:extLst>
              <a:ext uri="{FF2B5EF4-FFF2-40B4-BE49-F238E27FC236}">
                <a16:creationId xmlns:a16="http://schemas.microsoft.com/office/drawing/2014/main" id="{3B98C71E-D0BE-FC70-41AF-38CAC85FAB4E}"/>
              </a:ext>
            </a:extLst>
          </p:cNvPr>
          <p:cNvSpPr txBox="1"/>
          <p:nvPr/>
        </p:nvSpPr>
        <p:spPr>
          <a:xfrm>
            <a:off x="8256067" y="4191992"/>
            <a:ext cx="14625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Arial"/>
                <a:sym typeface="Arial"/>
              </a:rPr>
              <a:t>Device42</a:t>
            </a:r>
            <a:r>
              <a:rPr lang="ko-KR" altLang="en-US" sz="1000" dirty="0">
                <a:solidFill>
                  <a:prstClr val="black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Arial"/>
                <a:sym typeface="Arial"/>
              </a:rPr>
              <a:t> 지원 </a:t>
            </a:r>
            <a:r>
              <a:rPr lang="en-US" altLang="ko-KR" sz="1000" dirty="0">
                <a:solidFill>
                  <a:prstClr val="black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Arial"/>
                <a:sym typeface="Arial"/>
              </a:rPr>
              <a:t>VM </a:t>
            </a:r>
            <a:r>
              <a:rPr lang="ko-KR" altLang="en-US" sz="1000" dirty="0">
                <a:solidFill>
                  <a:prstClr val="black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Arial"/>
                <a:sym typeface="Arial"/>
              </a:rPr>
              <a:t>목록</a:t>
            </a:r>
            <a:endParaRPr lang="ko-KR" altLang="en-US" sz="1000" dirty="0"/>
          </a:p>
        </p:txBody>
      </p:sp>
      <p:sp>
        <p:nvSpPr>
          <p:cNvPr id="826" name="TextBox 825">
            <a:extLst>
              <a:ext uri="{FF2B5EF4-FFF2-40B4-BE49-F238E27FC236}">
                <a16:creationId xmlns:a16="http://schemas.microsoft.com/office/drawing/2014/main" id="{76A269B5-B80B-7164-8A20-2B419BFC7144}"/>
              </a:ext>
            </a:extLst>
          </p:cNvPr>
          <p:cNvSpPr txBox="1"/>
          <p:nvPr/>
        </p:nvSpPr>
        <p:spPr>
          <a:xfrm>
            <a:off x="530775" y="5654270"/>
            <a:ext cx="11360800" cy="5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Maximo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IT 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솔루션은 </a:t>
            </a:r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Single Node OpenShift 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기반 단일 서버 구성 </a:t>
            </a:r>
            <a:r>
              <a:rPr lang="ko-KR" altLang="en-US" sz="1100" dirty="0" err="1">
                <a:latin typeface="IBM Plex Sans KR" panose="020B0503050203000203" pitchFamily="34" charset="-127"/>
                <a:ea typeface="IBM Plex Sans KR" panose="020B0503050203000203" pitchFamily="34" charset="-127"/>
              </a:rPr>
              <a:t>아키텍쳐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 구성 예시로 이중화 기능을 제공하지 않으며</a:t>
            </a:r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, 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별도 </a:t>
            </a:r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NFS 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스토리지</a:t>
            </a:r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/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서버가 필요합니다</a:t>
            </a:r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.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en-US" altLang="ko-KR" sz="105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(</a:t>
            </a:r>
            <a:r>
              <a:rPr lang="ko-KR" altLang="en-US" sz="105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별도 </a:t>
            </a:r>
            <a:r>
              <a:rPr lang="en-US" altLang="ko-KR" sz="105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NFS </a:t>
            </a:r>
            <a:r>
              <a:rPr lang="ko-KR" altLang="en-US" sz="105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스토리지가 없는 경우</a:t>
            </a:r>
            <a:r>
              <a:rPr lang="en-US" altLang="ko-KR" sz="105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,</a:t>
            </a:r>
            <a:r>
              <a:rPr lang="ko-KR" altLang="en-US" sz="105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en-US" altLang="ko-KR" sz="105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Bastion/Registry</a:t>
            </a:r>
            <a:r>
              <a:rPr lang="ko-KR" altLang="en-US" sz="105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 서버를 </a:t>
            </a:r>
            <a:r>
              <a:rPr lang="en-US" altLang="ko-KR" sz="105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NFS </a:t>
            </a:r>
            <a:r>
              <a:rPr lang="ko-KR" altLang="en-US" sz="105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서버로 구성하여 활용 가능</a:t>
            </a:r>
            <a:r>
              <a:rPr lang="en-US" altLang="ko-KR" sz="105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)</a:t>
            </a:r>
            <a:endParaRPr lang="en-US" altLang="ko-KR" sz="1100" dirty="0"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Device42 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원격 수집기</a:t>
            </a:r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(Remote Controller)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는 고객사 네트워크</a:t>
            </a:r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/</a:t>
            </a:r>
            <a:r>
              <a:rPr lang="ko-KR" altLang="en-US" sz="1100" dirty="0" err="1">
                <a:latin typeface="IBM Plex Sans KR" panose="020B0503050203000203" pitchFamily="34" charset="-127"/>
                <a:ea typeface="IBM Plex Sans KR" panose="020B0503050203000203" pitchFamily="34" charset="-127"/>
              </a:rPr>
              <a:t>망분리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 환경에 따라 </a:t>
            </a:r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1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대 이상 추가 구성 필요할 수 있음   </a:t>
            </a:r>
            <a:endParaRPr lang="en-KR" sz="1100" dirty="0"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3" name="직사각형 208">
            <a:extLst>
              <a:ext uri="{FF2B5EF4-FFF2-40B4-BE49-F238E27FC236}">
                <a16:creationId xmlns:a16="http://schemas.microsoft.com/office/drawing/2014/main" id="{2C009102-CFE2-D206-626D-093813760378}"/>
              </a:ext>
            </a:extLst>
          </p:cNvPr>
          <p:cNvSpPr/>
          <p:nvPr/>
        </p:nvSpPr>
        <p:spPr>
          <a:xfrm>
            <a:off x="5221774" y="2756056"/>
            <a:ext cx="859257" cy="158995"/>
          </a:xfrm>
          <a:prstGeom prst="rect">
            <a:avLst/>
          </a:prstGeom>
          <a:solidFill>
            <a:srgbClr val="D5FFCF"/>
          </a:solidFill>
          <a:ln w="6350">
            <a:solidFill>
              <a:schemeClr val="accent3">
                <a:lumMod val="75000"/>
              </a:schemeClr>
            </a:solidFill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defRPr/>
            </a:pPr>
            <a:r>
              <a:rPr lang="en-US" altLang="ko-KR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MongoDB</a:t>
            </a:r>
            <a:endParaRPr lang="ko-KR" altLang="en-US" sz="700" kern="2000" spc="-4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sp>
        <p:nvSpPr>
          <p:cNvPr id="6" name="직사각형 208">
            <a:extLst>
              <a:ext uri="{FF2B5EF4-FFF2-40B4-BE49-F238E27FC236}">
                <a16:creationId xmlns:a16="http://schemas.microsoft.com/office/drawing/2014/main" id="{D64F0B5D-0E7C-4FC7-E1D9-C452D6E74232}"/>
              </a:ext>
            </a:extLst>
          </p:cNvPr>
          <p:cNvSpPr/>
          <p:nvPr/>
        </p:nvSpPr>
        <p:spPr>
          <a:xfrm>
            <a:off x="5221774" y="2533656"/>
            <a:ext cx="859257" cy="158995"/>
          </a:xfrm>
          <a:prstGeom prst="rect">
            <a:avLst/>
          </a:prstGeom>
          <a:solidFill>
            <a:srgbClr val="D5FFCF"/>
          </a:solidFill>
          <a:ln w="6350">
            <a:solidFill>
              <a:schemeClr val="accent3">
                <a:lumMod val="75000"/>
              </a:schemeClr>
            </a:solidFill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7432" latinLnBrk="0">
              <a:defRPr/>
            </a:pPr>
            <a:r>
              <a:rPr lang="en-US" altLang="ko-KR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rPr>
              <a:t>Db2 Std.</a:t>
            </a:r>
            <a:endParaRPr lang="ko-KR" altLang="en-US" sz="700" kern="2000" spc="-4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IBM Plex Sans KR Text" panose="020B0503050203000203" pitchFamily="50" charset="-127"/>
              <a:ea typeface="IBM Plex Sans KR Text" panose="020B0503050203000203" pitchFamily="50" charset="-127"/>
            </a:endParaRPr>
          </a:p>
        </p:txBody>
      </p:sp>
      <p:grpSp>
        <p:nvGrpSpPr>
          <p:cNvPr id="52" name="그룹 2460">
            <a:extLst>
              <a:ext uri="{FF2B5EF4-FFF2-40B4-BE49-F238E27FC236}">
                <a16:creationId xmlns:a16="http://schemas.microsoft.com/office/drawing/2014/main" id="{11734971-E4BF-4A03-9142-92609BB6A70F}"/>
              </a:ext>
            </a:extLst>
          </p:cNvPr>
          <p:cNvGrpSpPr/>
          <p:nvPr/>
        </p:nvGrpSpPr>
        <p:grpSpPr>
          <a:xfrm>
            <a:off x="3751213" y="2886776"/>
            <a:ext cx="888353" cy="1107660"/>
            <a:chOff x="790919" y="3739689"/>
            <a:chExt cx="704567" cy="659917"/>
          </a:xfrm>
        </p:grpSpPr>
        <p:sp>
          <p:nvSpPr>
            <p:cNvPr id="53" name="Rectangle 307">
              <a:extLst>
                <a:ext uri="{FF2B5EF4-FFF2-40B4-BE49-F238E27FC236}">
                  <a16:creationId xmlns:a16="http://schemas.microsoft.com/office/drawing/2014/main" id="{991EAA2D-EBAF-94AB-A693-159F2617AE87}"/>
                </a:ext>
              </a:extLst>
            </p:cNvPr>
            <p:cNvSpPr/>
            <p:nvPr/>
          </p:nvSpPr>
          <p:spPr>
            <a:xfrm>
              <a:off x="790919" y="3739689"/>
              <a:ext cx="704567" cy="65991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727432" latinLnBrk="0">
                <a:defRPr/>
              </a:pPr>
              <a:endParaRPr lang="en-KR" sz="700">
                <a:solidFill>
                  <a:prstClr val="white"/>
                </a:solidFill>
                <a:latin typeface="IBM Plex Sans KR Medm" panose="020B0603050203000203" pitchFamily="50" charset="-127"/>
                <a:ea typeface="IBM Plex Sans KR Medm" panose="020B0603050203000203" pitchFamily="50" charset="-127"/>
              </a:endParaRPr>
            </a:p>
          </p:txBody>
        </p:sp>
        <p:sp>
          <p:nvSpPr>
            <p:cNvPr id="54" name="직사각형 208">
              <a:extLst>
                <a:ext uri="{FF2B5EF4-FFF2-40B4-BE49-F238E27FC236}">
                  <a16:creationId xmlns:a16="http://schemas.microsoft.com/office/drawing/2014/main" id="{1C478F4A-FAE0-83BD-DDD4-4B49FC013750}"/>
                </a:ext>
              </a:extLst>
            </p:cNvPr>
            <p:cNvSpPr/>
            <p:nvPr/>
          </p:nvSpPr>
          <p:spPr>
            <a:xfrm>
              <a:off x="841164" y="4132128"/>
              <a:ext cx="619537" cy="94725"/>
            </a:xfrm>
            <a:prstGeom prst="rect">
              <a:avLst/>
            </a:prstGeom>
            <a:solidFill>
              <a:schemeClr val="bg1"/>
            </a:solidFill>
            <a:ln w="12700">
              <a:noFill/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27432" latinLnBrk="0">
                <a:defRPr/>
              </a:pPr>
              <a:r>
                <a:rPr lang="en-US" altLang="ko-KR" sz="700" kern="2000" spc="-40" dirty="0">
                  <a:ln>
                    <a:solidFill>
                      <a:prstClr val="black">
                        <a:lumMod val="75000"/>
                        <a:lumOff val="25000"/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IBM Plex Sans KR Text" panose="020B0503050203000203" pitchFamily="50" charset="-127"/>
                  <a:ea typeface="IBM Plex Sans KR Text" panose="020B0503050203000203" pitchFamily="50" charset="-127"/>
                </a:rPr>
                <a:t>Disk 500GB</a:t>
              </a:r>
              <a:endParaRPr lang="ko-KR" altLang="en-US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endParaRPr>
            </a:p>
          </p:txBody>
        </p:sp>
        <p:sp>
          <p:nvSpPr>
            <p:cNvPr id="55" name="직사각형 208">
              <a:extLst>
                <a:ext uri="{FF2B5EF4-FFF2-40B4-BE49-F238E27FC236}">
                  <a16:creationId xmlns:a16="http://schemas.microsoft.com/office/drawing/2014/main" id="{7DA6EF43-AE1D-66B6-E543-84D8F10BC01D}"/>
                </a:ext>
              </a:extLst>
            </p:cNvPr>
            <p:cNvSpPr/>
            <p:nvPr/>
          </p:nvSpPr>
          <p:spPr>
            <a:xfrm>
              <a:off x="841164" y="4012432"/>
              <a:ext cx="619537" cy="94725"/>
            </a:xfrm>
            <a:prstGeom prst="rect">
              <a:avLst/>
            </a:prstGeom>
            <a:solidFill>
              <a:schemeClr val="bg1"/>
            </a:solidFill>
            <a:ln w="12700">
              <a:noFill/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27432" latinLnBrk="0">
                <a:defRPr/>
              </a:pPr>
              <a:r>
                <a:rPr lang="en-US" altLang="ko-KR" sz="700" kern="2000" spc="-40" dirty="0">
                  <a:ln>
                    <a:solidFill>
                      <a:prstClr val="black">
                        <a:lumMod val="75000"/>
                        <a:lumOff val="25000"/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IBM Plex Sans KR Text" panose="020B0503050203000203" pitchFamily="50" charset="-127"/>
                  <a:ea typeface="IBM Plex Sans KR Text" panose="020B0503050203000203" pitchFamily="50" charset="-127"/>
                </a:rPr>
                <a:t>4 core / 32GB</a:t>
              </a:r>
              <a:endParaRPr lang="ko-KR" altLang="en-US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endParaRPr>
            </a:p>
          </p:txBody>
        </p:sp>
        <p:sp>
          <p:nvSpPr>
            <p:cNvPr id="56" name="직사각형 208">
              <a:extLst>
                <a:ext uri="{FF2B5EF4-FFF2-40B4-BE49-F238E27FC236}">
                  <a16:creationId xmlns:a16="http://schemas.microsoft.com/office/drawing/2014/main" id="{2F80D75B-09E6-A51C-98C0-8B844AE96FD8}"/>
                </a:ext>
              </a:extLst>
            </p:cNvPr>
            <p:cNvSpPr/>
            <p:nvPr/>
          </p:nvSpPr>
          <p:spPr>
            <a:xfrm>
              <a:off x="841164" y="3892737"/>
              <a:ext cx="619537" cy="94725"/>
            </a:xfrm>
            <a:prstGeom prst="rect">
              <a:avLst/>
            </a:prstGeom>
            <a:solidFill>
              <a:schemeClr val="bg1"/>
            </a:solidFill>
            <a:ln w="12700">
              <a:noFill/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27432" latinLnBrk="0">
                <a:defRPr/>
              </a:pPr>
              <a:r>
                <a:rPr lang="en-US" altLang="ko-KR" sz="700" kern="2000" spc="-40" dirty="0">
                  <a:ln>
                    <a:solidFill>
                      <a:prstClr val="black">
                        <a:lumMod val="75000"/>
                        <a:lumOff val="25000"/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IBM Plex Sans KR Text" panose="020B0503050203000203" pitchFamily="50" charset="-127"/>
                  <a:ea typeface="IBM Plex Sans KR Text" panose="020B0503050203000203" pitchFamily="50" charset="-127"/>
                </a:rPr>
                <a:t>RHEL 9.6</a:t>
              </a:r>
              <a:endParaRPr lang="ko-KR" altLang="en-US" sz="700" kern="2000" spc="-4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IBM Plex Sans KR Text" panose="020B0503050203000203" pitchFamily="50" charset="-127"/>
                <a:ea typeface="IBM Plex Sans KR Text" panose="020B0503050203000203" pitchFamily="50" charset="-127"/>
              </a:endParaRPr>
            </a:p>
          </p:txBody>
        </p:sp>
        <p:sp>
          <p:nvSpPr>
            <p:cNvPr id="57" name="직사각형 208">
              <a:extLst>
                <a:ext uri="{FF2B5EF4-FFF2-40B4-BE49-F238E27FC236}">
                  <a16:creationId xmlns:a16="http://schemas.microsoft.com/office/drawing/2014/main" id="{C2956A1A-C4D4-BD64-55C6-0B053F611566}"/>
                </a:ext>
              </a:extLst>
            </p:cNvPr>
            <p:cNvSpPr/>
            <p:nvPr/>
          </p:nvSpPr>
          <p:spPr>
            <a:xfrm>
              <a:off x="841164" y="4251824"/>
              <a:ext cx="619537" cy="94725"/>
            </a:xfrm>
            <a:prstGeom prst="rect">
              <a:avLst/>
            </a:prstGeom>
            <a:solidFill>
              <a:schemeClr val="bg1"/>
            </a:solidFill>
            <a:ln w="12700">
              <a:noFill/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727432" latinLnBrk="0">
                <a:defRPr/>
              </a:pPr>
              <a:r>
                <a:rPr lang="en-US" altLang="ko-KR" sz="700" kern="2000" spc="-40" dirty="0">
                  <a:ln>
                    <a:solidFill>
                      <a:prstClr val="black">
                        <a:lumMod val="75000"/>
                        <a:lumOff val="25000"/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IBM Plex Sans KR Text" panose="020B0503050203000203" pitchFamily="50" charset="-127"/>
                  <a:ea typeface="IBM Plex Sans KR Text" panose="020B0503050203000203" pitchFamily="50" charset="-127"/>
                </a:rPr>
                <a:t>Disk 1TB</a:t>
              </a:r>
              <a:r>
                <a:rPr lang="ko-KR" altLang="en-US" sz="700" kern="2000" spc="-40" dirty="0">
                  <a:ln>
                    <a:solidFill>
                      <a:prstClr val="black">
                        <a:lumMod val="75000"/>
                        <a:lumOff val="25000"/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IBM Plex Sans KR Text" panose="020B0503050203000203" pitchFamily="50" charset="-127"/>
                  <a:ea typeface="IBM Plex Sans KR Text" panose="020B0503050203000203" pitchFamily="50" charset="-127"/>
                </a:rPr>
                <a:t> 이상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892A2B2-C6C6-D08B-654C-7C916720E000}"/>
                </a:ext>
              </a:extLst>
            </p:cNvPr>
            <p:cNvSpPr txBox="1"/>
            <p:nvPr/>
          </p:nvSpPr>
          <p:spPr>
            <a:xfrm>
              <a:off x="817295" y="3804163"/>
              <a:ext cx="664201" cy="6417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900">
                  <a:solidFill>
                    <a:schemeClr val="bg1"/>
                  </a:solidFill>
                  <a:latin typeface="IBM Plex Sans KR SmBld" panose="020B0703050203000203" pitchFamily="50" charset="-127"/>
                  <a:ea typeface="IBM Plex Sans KR SmBld" panose="020B0703050203000203" pitchFamily="50" charset="-127"/>
                </a:defRPr>
              </a:lvl1pPr>
            </a:lstStyle>
            <a:p>
              <a:pPr defTabSz="727432" latinLnBrk="0">
                <a:defRPr/>
              </a:pPr>
              <a:r>
                <a:rPr lang="en-US" sz="700" dirty="0">
                  <a:solidFill>
                    <a:prstClr val="white"/>
                  </a:solidFill>
                </a:rPr>
                <a:t>Bastion/Registry</a:t>
              </a:r>
              <a:endParaRPr lang="en-KR" sz="700" dirty="0">
                <a:solidFill>
                  <a:prstClr val="white"/>
                </a:solidFill>
              </a:endParaRPr>
            </a:p>
          </p:txBody>
        </p:sp>
      </p:grpSp>
      <p:sp>
        <p:nvSpPr>
          <p:cNvPr id="706" name="Can 705">
            <a:extLst>
              <a:ext uri="{FF2B5EF4-FFF2-40B4-BE49-F238E27FC236}">
                <a16:creationId xmlns:a16="http://schemas.microsoft.com/office/drawing/2014/main" id="{40BC1579-74C1-D39B-3411-0E2DBFDA1ABA}"/>
              </a:ext>
            </a:extLst>
          </p:cNvPr>
          <p:cNvSpPr/>
          <p:nvPr/>
        </p:nvSpPr>
        <p:spPr>
          <a:xfrm>
            <a:off x="6850215" y="3823801"/>
            <a:ext cx="1018309" cy="969372"/>
          </a:xfrm>
          <a:prstGeom prst="can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800" dirty="0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NFS </a:t>
            </a:r>
            <a:r>
              <a:rPr lang="ko-KR" altLang="en-US" sz="800" dirty="0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스토리지</a:t>
            </a:r>
            <a:br>
              <a:rPr lang="en-US" altLang="ko-KR" sz="800" dirty="0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</a:br>
            <a:r>
              <a:rPr lang="en-US" altLang="ko-KR" sz="800" dirty="0">
                <a:solidFill>
                  <a:srgbClr val="FF0000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*고객사 제공</a:t>
            </a:r>
            <a:r>
              <a:rPr lang="en-US" altLang="ko-KR" sz="800" dirty="0">
                <a:solidFill>
                  <a:srgbClr val="FF0000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)</a:t>
            </a:r>
            <a:endParaRPr lang="en-KR" sz="800" dirty="0">
              <a:solidFill>
                <a:srgbClr val="FF0000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A870FC-41C3-707C-3A36-A6DB07C56A5E}"/>
              </a:ext>
            </a:extLst>
          </p:cNvPr>
          <p:cNvSpPr txBox="1"/>
          <p:nvPr/>
        </p:nvSpPr>
        <p:spPr>
          <a:xfrm>
            <a:off x="6775343" y="4817934"/>
            <a:ext cx="1295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※ </a:t>
            </a:r>
            <a:r>
              <a:rPr lang="en-KR" sz="700" dirty="0"/>
              <a:t>필요 용량은 업무상 첨부 파일의 양에 따라 변동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425411-4933-4D8A-3A75-847A2A2A1106}"/>
              </a:ext>
            </a:extLst>
          </p:cNvPr>
          <p:cNvSpPr txBox="1"/>
          <p:nvPr/>
        </p:nvSpPr>
        <p:spPr>
          <a:xfrm>
            <a:off x="5066831" y="4699063"/>
            <a:ext cx="15320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※</a:t>
            </a:r>
            <a:r>
              <a:rPr lang="ko-KR" altLang="en-US" sz="700" dirty="0"/>
              <a:t> </a:t>
            </a:r>
            <a:r>
              <a:rPr lang="en-US" altLang="ko-KR" sz="700" dirty="0"/>
              <a:t>Maximo IT</a:t>
            </a:r>
            <a:r>
              <a:rPr lang="ko-KR" altLang="en-US" sz="700" dirty="0"/>
              <a:t> 운영 서버 </a:t>
            </a:r>
            <a:br>
              <a:rPr lang="en-US" altLang="ko-KR" sz="700" dirty="0"/>
            </a:br>
            <a:r>
              <a:rPr lang="ko-KR" altLang="en-US" sz="700" dirty="0"/>
              <a:t>내부 구성은 모두 컨테이너로 동작하며</a:t>
            </a:r>
            <a:r>
              <a:rPr lang="en-US" altLang="ko-KR" sz="700" dirty="0"/>
              <a:t>,</a:t>
            </a:r>
            <a:r>
              <a:rPr lang="ko-KR" altLang="en-US" sz="700" dirty="0"/>
              <a:t> 별도 </a:t>
            </a:r>
            <a:r>
              <a:rPr lang="en-US" altLang="ko-KR" sz="700" dirty="0"/>
              <a:t>VM </a:t>
            </a:r>
            <a:r>
              <a:rPr lang="ko-KR" altLang="en-US" sz="700" dirty="0"/>
              <a:t>구성은 필요하지 않습니다</a:t>
            </a:r>
            <a:r>
              <a:rPr lang="en-US" altLang="ko-KR" sz="700" dirty="0"/>
              <a:t>.</a:t>
            </a:r>
            <a:endParaRPr lang="en-KR" sz="700" dirty="0"/>
          </a:p>
        </p:txBody>
      </p:sp>
    </p:spTree>
    <p:extLst>
      <p:ext uri="{BB962C8B-B14F-4D97-AF65-F5344CB8AC3E}">
        <p14:creationId xmlns:p14="http://schemas.microsoft.com/office/powerpoint/2010/main" val="3282439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>
          <a:extLst>
            <a:ext uri="{FF2B5EF4-FFF2-40B4-BE49-F238E27FC236}">
              <a16:creationId xmlns:a16="http://schemas.microsoft.com/office/drawing/2014/main" id="{02429982-3EB8-FA59-9E66-AEE2F7D8F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6">
            <a:extLst>
              <a:ext uri="{FF2B5EF4-FFF2-40B4-BE49-F238E27FC236}">
                <a16:creationId xmlns:a16="http://schemas.microsoft.com/office/drawing/2014/main" id="{3C96F30D-66D4-70B1-BCFE-5A18992A0C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15600" y="85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33" tIns="27700" rIns="55433" bIns="27700" anchor="ctr" anchorCtr="0">
            <a:noAutofit/>
          </a:bodyPr>
          <a:lstStyle/>
          <a:p>
            <a:pPr>
              <a:buSzPts val="800"/>
            </a:pPr>
            <a:r>
              <a:rPr lang="ko-KR" altLang="en-US" sz="3200" b="1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제언 제품 소프트웨어 명세서 </a:t>
            </a:r>
            <a:r>
              <a:rPr lang="en-US" altLang="ko-KR" sz="2000" b="1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– IBM Maximo IT + Device42</a:t>
            </a:r>
            <a:r>
              <a:rPr lang="ko-KR" altLang="en-US" sz="2000" b="1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 </a:t>
            </a:r>
            <a:endParaRPr sz="2000" b="1" dirty="0">
              <a:latin typeface="IBM Plex Sans KR" panose="020B0503050203000203" pitchFamily="50" charset="-127"/>
              <a:ea typeface="IBM Plex Sans KR" panose="020B0503050203000203" pitchFamily="50" charset="-127"/>
            </a:endParaRPr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525C46A-EE97-6057-374D-78FBEFAEE8AF}"/>
              </a:ext>
            </a:extLst>
          </p:cNvPr>
          <p:cNvSpPr txBox="1">
            <a:spLocks/>
          </p:cNvSpPr>
          <p:nvPr/>
        </p:nvSpPr>
        <p:spPr>
          <a:xfrm>
            <a:off x="5507458" y="6593059"/>
            <a:ext cx="325945" cy="19944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fld id="{7B05E5DA-2607-4F5B-944D-18EE2AE33560}" type="slidenum">
              <a:rPr lang="ko-KR" altLang="en-US" sz="1067">
                <a:solidFill>
                  <a:srgbClr val="000000">
                    <a:tint val="82000"/>
                  </a:srgbClr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sym typeface="Arial"/>
              </a:rPr>
              <a:pPr algn="ctr" defTabSz="609585">
                <a:defRPr/>
              </a:pPr>
              <a:t>2</a:t>
            </a:fld>
            <a:endParaRPr lang="ko-KR" altLang="en-US" sz="1067" dirty="0">
              <a:solidFill>
                <a:srgbClr val="000000">
                  <a:tint val="82000"/>
                </a:srgbClr>
              </a:solidFill>
              <a:latin typeface="IBM Plex Sans KR" panose="020B0503050203000203" pitchFamily="50" charset="-127"/>
              <a:ea typeface="IBM Plex Sans KR" panose="020B0503050203000203" pitchFamily="50" charset="-127"/>
              <a:sym typeface="Arial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18A485B-2AD8-2758-D2FD-51FB79010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916" y="6497579"/>
            <a:ext cx="1107109" cy="311485"/>
          </a:xfrm>
          <a:prstGeom prst="rect">
            <a:avLst/>
          </a:prstGeom>
        </p:spPr>
      </p:pic>
      <p:grpSp>
        <p:nvGrpSpPr>
          <p:cNvPr id="54" name="Google Shape;5808;p876">
            <a:extLst>
              <a:ext uri="{FF2B5EF4-FFF2-40B4-BE49-F238E27FC236}">
                <a16:creationId xmlns:a16="http://schemas.microsoft.com/office/drawing/2014/main" id="{66D7CCD3-323F-3372-0225-74C8F44180B9}"/>
              </a:ext>
            </a:extLst>
          </p:cNvPr>
          <p:cNvGrpSpPr/>
          <p:nvPr/>
        </p:nvGrpSpPr>
        <p:grpSpPr>
          <a:xfrm>
            <a:off x="196467" y="1092791"/>
            <a:ext cx="5899533" cy="5103948"/>
            <a:chOff x="1454070" y="1128639"/>
            <a:chExt cx="4563450" cy="3759907"/>
          </a:xfrm>
        </p:grpSpPr>
        <p:sp>
          <p:nvSpPr>
            <p:cNvPr id="55" name="Google Shape;5809;p876">
              <a:extLst>
                <a:ext uri="{FF2B5EF4-FFF2-40B4-BE49-F238E27FC236}">
                  <a16:creationId xmlns:a16="http://schemas.microsoft.com/office/drawing/2014/main" id="{F45EA110-386B-5765-548D-B6887E39BE4D}"/>
                </a:ext>
              </a:extLst>
            </p:cNvPr>
            <p:cNvSpPr/>
            <p:nvPr/>
          </p:nvSpPr>
          <p:spPr>
            <a:xfrm>
              <a:off x="1454520" y="1128646"/>
              <a:ext cx="4563000" cy="3759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>
              <a:outerShdw dist="19050" dir="2820000" algn="bl" rotWithShape="0">
                <a:srgbClr val="000000">
                  <a:alpha val="14120"/>
                </a:srgbClr>
              </a:outerShdw>
            </a:effectLst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 defTabSz="1219170" latinLnBrk="0">
                <a:spcBef>
                  <a:spcPts val="1333"/>
                </a:spcBef>
                <a:buClr>
                  <a:srgbClr val="000000"/>
                </a:buClr>
                <a:buSzPts val="1200"/>
                <a:defRPr/>
              </a:pPr>
              <a:br>
                <a:rPr lang="en" sz="1867" b="1" kern="0" dirty="0">
                  <a:solidFill>
                    <a:srgbClr val="38761D"/>
                  </a:solidFill>
                  <a:latin typeface="IBM Plex Sans KR" panose="020B0503050203000203" pitchFamily="50" charset="-127"/>
                  <a:ea typeface="IBM Plex Sans KR" panose="020B0503050203000203" pitchFamily="50" charset="-127"/>
                  <a:cs typeface="Roboto"/>
                  <a:sym typeface="Roboto"/>
                </a:rPr>
              </a:br>
              <a:endParaRPr sz="1867" kern="0" dirty="0">
                <a:solidFill>
                  <a:srgbClr val="38761D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Roboto"/>
                <a:sym typeface="Roboto"/>
              </a:endParaRPr>
            </a:p>
            <a:p>
              <a:r>
                <a:rPr lang="en-US" altLang="ko-KR" sz="1467" b="1" dirty="0">
                  <a:latin typeface="IBM Plex Sans KR" panose="020B0503050203000203" pitchFamily="50" charset="-127"/>
                  <a:ea typeface="IBM Plex Sans KR" panose="020B0503050203000203" pitchFamily="50" charset="-127"/>
                </a:rPr>
                <a:t> </a:t>
              </a:r>
              <a:endParaRPr sz="1467" kern="0" dirty="0">
                <a:solidFill>
                  <a:srgbClr val="191919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Roboto"/>
                <a:sym typeface="Roboto"/>
              </a:endParaRPr>
            </a:p>
            <a:p>
              <a:pPr marL="609585" algn="ctr" defTabSz="1219170" latinLnBrk="0">
                <a:lnSpc>
                  <a:spcPct val="115000"/>
                </a:lnSpc>
                <a:spcBef>
                  <a:spcPts val="1333"/>
                </a:spcBef>
                <a:buClr>
                  <a:srgbClr val="000000"/>
                </a:buClr>
                <a:buSzPts val="1000"/>
                <a:defRPr/>
              </a:pPr>
              <a:endParaRPr sz="1333" b="1" i="1" kern="0" dirty="0">
                <a:solidFill>
                  <a:srgbClr val="191919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Roboto"/>
                <a:sym typeface="Roboto"/>
              </a:endParaRPr>
            </a:p>
            <a:p>
              <a:pPr marL="609585" defTabSz="1219170" latinLnBrk="0">
                <a:lnSpc>
                  <a:spcPct val="115000"/>
                </a:lnSpc>
                <a:spcBef>
                  <a:spcPts val="1333"/>
                </a:spcBef>
                <a:buClr>
                  <a:srgbClr val="000000"/>
                </a:buClr>
                <a:buSzPts val="1200"/>
                <a:defRPr/>
              </a:pPr>
              <a:endParaRPr sz="1600" kern="0" dirty="0">
                <a:solidFill>
                  <a:srgbClr val="191919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Roboto"/>
                <a:sym typeface="Roboto"/>
              </a:endParaRPr>
            </a:p>
            <a:p>
              <a:pPr marL="609585" defTabSz="1219170" latinLnBrk="0">
                <a:lnSpc>
                  <a:spcPct val="115000"/>
                </a:lnSpc>
                <a:spcBef>
                  <a:spcPts val="1333"/>
                </a:spcBef>
                <a:spcAft>
                  <a:spcPts val="1333"/>
                </a:spcAft>
                <a:buClr>
                  <a:srgbClr val="000000"/>
                </a:buClr>
                <a:buSzPts val="800"/>
                <a:defRPr/>
              </a:pPr>
              <a:endParaRPr sz="1067" kern="0" dirty="0">
                <a:solidFill>
                  <a:srgbClr val="191919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sym typeface="Arial"/>
              </a:endParaRPr>
            </a:p>
          </p:txBody>
        </p:sp>
        <p:sp>
          <p:nvSpPr>
            <p:cNvPr id="56" name="Google Shape;5810;p876">
              <a:extLst>
                <a:ext uri="{FF2B5EF4-FFF2-40B4-BE49-F238E27FC236}">
                  <a16:creationId xmlns:a16="http://schemas.microsoft.com/office/drawing/2014/main" id="{8DD95933-CE33-BF91-A092-1DFCE0A4E3C5}"/>
                </a:ext>
              </a:extLst>
            </p:cNvPr>
            <p:cNvSpPr/>
            <p:nvPr/>
          </p:nvSpPr>
          <p:spPr>
            <a:xfrm>
              <a:off x="1454070" y="1128639"/>
              <a:ext cx="4563000" cy="45300"/>
            </a:xfrm>
            <a:prstGeom prst="rect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latinLnBrk="0">
                <a:buClr>
                  <a:srgbClr val="000000"/>
                </a:buClr>
                <a:buSzPts val="1400"/>
                <a:defRPr/>
              </a:pPr>
              <a:endParaRPr sz="1867" kern="0">
                <a:solidFill>
                  <a:srgbClr val="000000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sym typeface="Arial"/>
              </a:endParaRPr>
            </a:p>
          </p:txBody>
        </p:sp>
      </p:grpSp>
      <p:grpSp>
        <p:nvGrpSpPr>
          <p:cNvPr id="57" name="Google Shape;5811;p876">
            <a:extLst>
              <a:ext uri="{FF2B5EF4-FFF2-40B4-BE49-F238E27FC236}">
                <a16:creationId xmlns:a16="http://schemas.microsoft.com/office/drawing/2014/main" id="{94D2E2FB-87D6-3C59-F144-1DC5953CE020}"/>
              </a:ext>
            </a:extLst>
          </p:cNvPr>
          <p:cNvGrpSpPr/>
          <p:nvPr/>
        </p:nvGrpSpPr>
        <p:grpSpPr>
          <a:xfrm>
            <a:off x="6257247" y="1092568"/>
            <a:ext cx="5737704" cy="5103705"/>
            <a:chOff x="6125620" y="1128619"/>
            <a:chExt cx="4140350" cy="3337500"/>
          </a:xfrm>
        </p:grpSpPr>
        <p:sp>
          <p:nvSpPr>
            <p:cNvPr id="58" name="Google Shape;5812;p876">
              <a:extLst>
                <a:ext uri="{FF2B5EF4-FFF2-40B4-BE49-F238E27FC236}">
                  <a16:creationId xmlns:a16="http://schemas.microsoft.com/office/drawing/2014/main" id="{EEFBCFE3-6772-8C14-B863-8667AFC707E7}"/>
                </a:ext>
              </a:extLst>
            </p:cNvPr>
            <p:cNvSpPr/>
            <p:nvPr/>
          </p:nvSpPr>
          <p:spPr>
            <a:xfrm>
              <a:off x="6125670" y="1128619"/>
              <a:ext cx="4140300" cy="333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>
              <a:outerShdw dist="19050" dir="2820000" algn="bl" rotWithShape="0">
                <a:srgbClr val="000000">
                  <a:alpha val="14120"/>
                </a:srgbClr>
              </a:outerShdw>
            </a:effectLst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 defTabSz="1219170" latinLnBrk="0">
                <a:spcBef>
                  <a:spcPts val="1333"/>
                </a:spcBef>
                <a:buClr>
                  <a:srgbClr val="000000"/>
                </a:buClr>
                <a:buSzPts val="1200"/>
                <a:defRPr/>
              </a:pPr>
              <a:br>
                <a:rPr lang="en" sz="1467" kern="0" dirty="0">
                  <a:solidFill>
                    <a:srgbClr val="CC0000"/>
                  </a:solidFill>
                  <a:latin typeface="IBM Plex Sans KR" panose="020B0503050203000203" pitchFamily="50" charset="-127"/>
                  <a:ea typeface="IBM Plex Sans KR" panose="020B0503050203000203" pitchFamily="50" charset="-127"/>
                  <a:sym typeface="Arial"/>
                </a:rPr>
              </a:br>
              <a:endParaRPr lang="en" sz="2000" b="1" kern="0" dirty="0">
                <a:solidFill>
                  <a:srgbClr val="CC0000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Roboto"/>
                <a:sym typeface="Roboto"/>
              </a:endParaRPr>
            </a:p>
            <a:p>
              <a:pPr defTabSz="1219170" latinLnBrk="0">
                <a:lnSpc>
                  <a:spcPct val="115000"/>
                </a:lnSpc>
                <a:spcBef>
                  <a:spcPts val="2000"/>
                </a:spcBef>
                <a:buClr>
                  <a:srgbClr val="000000"/>
                </a:buClr>
                <a:buSzPts val="1000"/>
                <a:defRPr/>
              </a:pPr>
              <a:endParaRPr sz="1467" b="1" i="1" kern="0" dirty="0">
                <a:solidFill>
                  <a:srgbClr val="0D0D0D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Roboto"/>
                <a:sym typeface="Roboto"/>
              </a:endParaRPr>
            </a:p>
            <a:p>
              <a:pPr defTabSz="1219170" latinLnBrk="0">
                <a:lnSpc>
                  <a:spcPct val="115000"/>
                </a:lnSpc>
                <a:spcBef>
                  <a:spcPts val="2000"/>
                </a:spcBef>
                <a:spcAft>
                  <a:spcPts val="1333"/>
                </a:spcAft>
                <a:buClr>
                  <a:srgbClr val="000000"/>
                </a:buClr>
                <a:buSzPts val="1000"/>
                <a:defRPr/>
              </a:pPr>
              <a:endParaRPr sz="1467" kern="0" dirty="0">
                <a:solidFill>
                  <a:srgbClr val="191919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sym typeface="Arial"/>
              </a:endParaRPr>
            </a:p>
          </p:txBody>
        </p:sp>
        <p:sp>
          <p:nvSpPr>
            <p:cNvPr id="59" name="Google Shape;5813;p876">
              <a:extLst>
                <a:ext uri="{FF2B5EF4-FFF2-40B4-BE49-F238E27FC236}">
                  <a16:creationId xmlns:a16="http://schemas.microsoft.com/office/drawing/2014/main" id="{3101DF22-B4AB-93EC-1484-134C4CBA529A}"/>
                </a:ext>
              </a:extLst>
            </p:cNvPr>
            <p:cNvSpPr/>
            <p:nvPr/>
          </p:nvSpPr>
          <p:spPr>
            <a:xfrm>
              <a:off x="6125620" y="1128619"/>
              <a:ext cx="4140300" cy="402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latinLnBrk="0">
                <a:buClr>
                  <a:srgbClr val="000000"/>
                </a:buClr>
                <a:buSzPts val="1400"/>
                <a:defRPr/>
              </a:pPr>
              <a:endParaRPr sz="1867" kern="0">
                <a:solidFill>
                  <a:srgbClr val="000000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sym typeface="Arial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9793E779-73E0-EF94-C26F-A5A025DFA67D}"/>
              </a:ext>
            </a:extLst>
          </p:cNvPr>
          <p:cNvSpPr txBox="1"/>
          <p:nvPr/>
        </p:nvSpPr>
        <p:spPr>
          <a:xfrm>
            <a:off x="334853" y="1412773"/>
            <a:ext cx="57605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 latinLnBrk="0">
              <a:spcBef>
                <a:spcPts val="1333"/>
              </a:spcBef>
              <a:buClr>
                <a:srgbClr val="000000"/>
              </a:buClr>
              <a:buSzPts val="1200"/>
              <a:defRPr/>
            </a:pPr>
            <a:r>
              <a:rPr lang="en" altLang="ko-KR" sz="2400" b="1" kern="0" dirty="0">
                <a:solidFill>
                  <a:srgbClr val="38761D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Roboto"/>
                <a:sym typeface="Roboto"/>
              </a:rPr>
              <a:t>IBM Maximo IT </a:t>
            </a:r>
          </a:p>
        </p:txBody>
      </p:sp>
      <p:sp>
        <p:nvSpPr>
          <p:cNvPr id="705" name="TextBox 704">
            <a:extLst>
              <a:ext uri="{FF2B5EF4-FFF2-40B4-BE49-F238E27FC236}">
                <a16:creationId xmlns:a16="http://schemas.microsoft.com/office/drawing/2014/main" id="{CD8CA0FC-E16C-6B80-A31C-2A451CF93F64}"/>
              </a:ext>
            </a:extLst>
          </p:cNvPr>
          <p:cNvSpPr txBox="1"/>
          <p:nvPr/>
        </p:nvSpPr>
        <p:spPr>
          <a:xfrm>
            <a:off x="8460534" y="1408693"/>
            <a:ext cx="2465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2400" b="1" kern="0" dirty="0">
                <a:solidFill>
                  <a:srgbClr val="CC0000"/>
                </a:solidFill>
                <a:latin typeface="IBM Plex Sans KR" panose="020B0503050203000203" pitchFamily="50" charset="-127"/>
                <a:ea typeface="IBM Plex Sans KR" panose="020B0503050203000203" pitchFamily="50" charset="-127"/>
                <a:cs typeface="Roboto"/>
                <a:sym typeface="Roboto"/>
              </a:rPr>
              <a:t>Device42</a:t>
            </a:r>
            <a:endParaRPr lang="ko-KR" altLang="en-US" sz="2400" dirty="0"/>
          </a:p>
        </p:txBody>
      </p:sp>
      <p:graphicFrame>
        <p:nvGraphicFramePr>
          <p:cNvPr id="722" name="표 721">
            <a:extLst>
              <a:ext uri="{FF2B5EF4-FFF2-40B4-BE49-F238E27FC236}">
                <a16:creationId xmlns:a16="http://schemas.microsoft.com/office/drawing/2014/main" id="{373F5B5B-8D79-BD6B-8B75-46F9FF0D4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815253"/>
              </p:ext>
            </p:extLst>
          </p:nvPr>
        </p:nvGraphicFramePr>
        <p:xfrm>
          <a:off x="6432407" y="2190330"/>
          <a:ext cx="5406618" cy="2398395"/>
        </p:xfrm>
        <a:graphic>
          <a:graphicData uri="http://schemas.openxmlformats.org/drawingml/2006/table">
            <a:tbl>
              <a:tblPr/>
              <a:tblGrid>
                <a:gridCol w="752164">
                  <a:extLst>
                    <a:ext uri="{9D8B030D-6E8A-4147-A177-3AD203B41FA5}">
                      <a16:colId xmlns:a16="http://schemas.microsoft.com/office/drawing/2014/main" val="3389862015"/>
                    </a:ext>
                  </a:extLst>
                </a:gridCol>
                <a:gridCol w="1284178">
                  <a:extLst>
                    <a:ext uri="{9D8B030D-6E8A-4147-A177-3AD203B41FA5}">
                      <a16:colId xmlns:a16="http://schemas.microsoft.com/office/drawing/2014/main" val="785724591"/>
                    </a:ext>
                  </a:extLst>
                </a:gridCol>
                <a:gridCol w="1688360">
                  <a:extLst>
                    <a:ext uri="{9D8B030D-6E8A-4147-A177-3AD203B41FA5}">
                      <a16:colId xmlns:a16="http://schemas.microsoft.com/office/drawing/2014/main" val="1678549895"/>
                    </a:ext>
                  </a:extLst>
                </a:gridCol>
                <a:gridCol w="1681916">
                  <a:extLst>
                    <a:ext uri="{9D8B030D-6E8A-4147-A177-3AD203B41FA5}">
                      <a16:colId xmlns:a16="http://schemas.microsoft.com/office/drawing/2014/main" val="2513654995"/>
                    </a:ext>
                  </a:extLst>
                </a:gridCol>
              </a:tblGrid>
              <a:tr h="3562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구분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제품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/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종류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버전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비고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74074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Ubuntu</a:t>
                      </a:r>
                      <a:r>
                        <a:rPr lang="ko-KR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</a:t>
                      </a:r>
                      <a:endParaRPr lang="en-US" altLang="ko-KR" sz="1200" b="0" i="0" u="none" strike="noStrike" dirty="0">
                        <a:solidFill>
                          <a:srgbClr val="333333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(</a:t>
                      </a:r>
                      <a:r>
                        <a:rPr lang="ko-KR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Linux</a:t>
                      </a:r>
                      <a:r>
                        <a:rPr lang="ko-KR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LTS 기반)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64-bit </a:t>
                      </a:r>
                      <a:r>
                        <a:rPr lang="ko-KR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Ubuntu</a:t>
                      </a:r>
                      <a:r>
                        <a:rPr lang="ko-KR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</a:t>
                      </a:r>
                      <a:endParaRPr lang="en-US" altLang="ko-KR" sz="1200" b="0" i="0" u="none" strike="noStrike" dirty="0">
                        <a:solidFill>
                          <a:srgbClr val="333333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기반 가상 </a:t>
                      </a:r>
                      <a:r>
                        <a:rPr lang="ko-KR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어플라이언스</a:t>
                      </a:r>
                      <a:endParaRPr lang="ko-KR" sz="1200" b="0" i="0" u="none" strike="noStrike" dirty="0">
                        <a:solidFill>
                          <a:srgbClr val="333333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200" b="0" i="0" u="none" strike="noStrike" dirty="0">
                        <a:solidFill>
                          <a:srgbClr val="333333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6098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DBMS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PostgreSQL</a:t>
                      </a:r>
                      <a:endParaRPr lang="ko-KR" sz="1200" b="1" i="0" u="none" strike="noStrike" dirty="0">
                        <a:solidFill>
                          <a:srgbClr val="333333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PostgreSQL 12 ~ 14+ 계열 (주기적인 버전 업데이트 진행)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메인 CMDB 및 자원 정보를 저장하는 핵심 DB 엔진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8255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WEB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Nginx</a:t>
                      </a:r>
                      <a:endParaRPr lang="ko-KR" sz="1200" b="1" i="0" u="none" strike="noStrike" dirty="0">
                        <a:solidFill>
                          <a:srgbClr val="333333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Nginx</a:t>
                      </a:r>
                      <a:r>
                        <a:rPr lang="ko-KR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오픈소스</a:t>
                      </a:r>
                      <a:r>
                        <a:rPr lang="en-US" altLang="ko-KR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리버스 프록시 및 HTTPS (443 / 4242 포트) 웹 서비스 처리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7294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WAS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Django</a:t>
                      </a:r>
                      <a:r>
                        <a:rPr lang="ko-KR" sz="1200" b="1" i="0" u="none" strike="noStrike" dirty="0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/ </a:t>
                      </a:r>
                      <a:r>
                        <a:rPr lang="ko-KR" sz="12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Python</a:t>
                      </a:r>
                      <a:endParaRPr lang="ko-KR" sz="1200" b="1" i="0" u="none" strike="noStrike" dirty="0">
                        <a:solidFill>
                          <a:srgbClr val="333333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Django 프레임워크 및 Python 스택 기반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Device42 </a:t>
                      </a:r>
                      <a:r>
                        <a:rPr lang="ko-KR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어플라이언스의</a:t>
                      </a:r>
                      <a:r>
                        <a:rPr lang="ko-KR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비즈니스 로직 및 관리 API 구동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487184"/>
                  </a:ext>
                </a:extLst>
              </a:tr>
            </a:tbl>
          </a:graphicData>
        </a:graphic>
      </p:graphicFrame>
      <p:graphicFrame>
        <p:nvGraphicFramePr>
          <p:cNvPr id="723" name="표 722">
            <a:extLst>
              <a:ext uri="{FF2B5EF4-FFF2-40B4-BE49-F238E27FC236}">
                <a16:creationId xmlns:a16="http://schemas.microsoft.com/office/drawing/2014/main" id="{0D5B7889-68EC-7321-D193-4BAEB14D6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415119"/>
              </p:ext>
            </p:extLst>
          </p:nvPr>
        </p:nvGraphicFramePr>
        <p:xfrm>
          <a:off x="352974" y="2190330"/>
          <a:ext cx="5590625" cy="2085975"/>
        </p:xfrm>
        <a:graphic>
          <a:graphicData uri="http://schemas.openxmlformats.org/drawingml/2006/table">
            <a:tbl>
              <a:tblPr/>
              <a:tblGrid>
                <a:gridCol w="777763">
                  <a:extLst>
                    <a:ext uri="{9D8B030D-6E8A-4147-A177-3AD203B41FA5}">
                      <a16:colId xmlns:a16="http://schemas.microsoft.com/office/drawing/2014/main" val="3389862015"/>
                    </a:ext>
                  </a:extLst>
                </a:gridCol>
                <a:gridCol w="1327883">
                  <a:extLst>
                    <a:ext uri="{9D8B030D-6E8A-4147-A177-3AD203B41FA5}">
                      <a16:colId xmlns:a16="http://schemas.microsoft.com/office/drawing/2014/main" val="785724591"/>
                    </a:ext>
                  </a:extLst>
                </a:gridCol>
                <a:gridCol w="1745821">
                  <a:extLst>
                    <a:ext uri="{9D8B030D-6E8A-4147-A177-3AD203B41FA5}">
                      <a16:colId xmlns:a16="http://schemas.microsoft.com/office/drawing/2014/main" val="1678549895"/>
                    </a:ext>
                  </a:extLst>
                </a:gridCol>
                <a:gridCol w="1739158">
                  <a:extLst>
                    <a:ext uri="{9D8B030D-6E8A-4147-A177-3AD203B41FA5}">
                      <a16:colId xmlns:a16="http://schemas.microsoft.com/office/drawing/2014/main" val="2513654995"/>
                    </a:ext>
                  </a:extLst>
                </a:gridCol>
              </a:tblGrid>
              <a:tr h="3562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구분</a:t>
                      </a: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항목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제품/종류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버전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74074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플랫폼 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Red</a:t>
                      </a: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</a:t>
                      </a:r>
                      <a:r>
                        <a:rPr 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Hat</a:t>
                      </a: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OpenShift Container Platform (OCP)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OpenShift 4.16~4.21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60982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DBMS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DB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트랜잭션용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)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IBM Db2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11.5.9.0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72940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DB 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사용자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관리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)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MongoDB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6.0~8.0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01779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WEB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Web</a:t>
                      </a: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</a:t>
                      </a:r>
                      <a:r>
                        <a:rPr 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Layer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WebSphere</a:t>
                      </a: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Application Server </a:t>
                      </a: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Liberty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최신 버전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48718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WAS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Application Server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WebSphere</a:t>
                      </a: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Application Server </a:t>
                      </a: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Liberty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최신 버전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055024"/>
                  </a:ext>
                </a:extLst>
              </a:tr>
            </a:tbl>
          </a:graphicData>
        </a:graphic>
      </p:graphicFrame>
      <p:sp>
        <p:nvSpPr>
          <p:cNvPr id="725" name="TextBox 724">
            <a:extLst>
              <a:ext uri="{FF2B5EF4-FFF2-40B4-BE49-F238E27FC236}">
                <a16:creationId xmlns:a16="http://schemas.microsoft.com/office/drawing/2014/main" id="{BEA36DCB-4D67-CDC5-1804-C4F6AE6379C3}"/>
              </a:ext>
            </a:extLst>
          </p:cNvPr>
          <p:cNvSpPr txBox="1"/>
          <p:nvPr/>
        </p:nvSpPr>
        <p:spPr>
          <a:xfrm>
            <a:off x="6358599" y="4728754"/>
            <a:ext cx="54804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지속적인 패키지 보안 업데이트:</a:t>
            </a:r>
            <a:r>
              <a:rPr lang="ko-KR" altLang="ko-KR" sz="1200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 Device42</a:t>
            </a:r>
            <a:r>
              <a:rPr lang="en-US" altLang="ko-KR" sz="1200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 </a:t>
            </a:r>
            <a:r>
              <a:rPr lang="ko-KR" altLang="en-US" sz="1200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솔루션은</a:t>
            </a:r>
            <a:r>
              <a:rPr lang="ko-KR" altLang="ko-KR" sz="1200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 주기적으로 소프트웨어 업데이트(v18, v19 등) 릴리즈를 배포합니다. 이때 기반 </a:t>
            </a:r>
            <a:r>
              <a:rPr lang="ko-KR" altLang="ko-KR" sz="1200" dirty="0" err="1">
                <a:latin typeface="IBM Plex Sans KR" panose="020B0503050203000203" pitchFamily="50" charset="-127"/>
                <a:ea typeface="IBM Plex Sans KR" panose="020B0503050203000203" pitchFamily="50" charset="-127"/>
              </a:rPr>
              <a:t>OS인</a:t>
            </a:r>
            <a:r>
              <a:rPr lang="ko-KR" altLang="ko-KR" sz="1200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 </a:t>
            </a:r>
            <a:r>
              <a:rPr lang="ko-KR" altLang="ko-KR" sz="1200" dirty="0" err="1">
                <a:latin typeface="IBM Plex Sans KR" panose="020B0503050203000203" pitchFamily="50" charset="-127"/>
                <a:ea typeface="IBM Plex Sans KR" panose="020B0503050203000203" pitchFamily="50" charset="-127"/>
              </a:rPr>
              <a:t>Ubuntu의</a:t>
            </a:r>
            <a:r>
              <a:rPr lang="ko-KR" altLang="ko-KR" sz="1200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 APT 패키지 업데이트와 </a:t>
            </a:r>
            <a:r>
              <a:rPr lang="ko-KR" altLang="ko-KR" sz="1200" dirty="0" err="1">
                <a:latin typeface="IBM Plex Sans KR" panose="020B0503050203000203" pitchFamily="50" charset="-127"/>
                <a:ea typeface="IBM Plex Sans KR" panose="020B0503050203000203" pitchFamily="50" charset="-127"/>
              </a:rPr>
              <a:t>Nginx의</a:t>
            </a:r>
            <a:r>
              <a:rPr lang="ko-KR" altLang="ko-KR" sz="1200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 보안 취약점 패치 버전을 함께 묶어서(</a:t>
            </a:r>
            <a:r>
              <a:rPr lang="ko-KR" altLang="ko-KR" sz="1200" dirty="0" err="1">
                <a:latin typeface="IBM Plex Sans KR" panose="020B0503050203000203" pitchFamily="50" charset="-127"/>
                <a:ea typeface="IBM Plex Sans KR" panose="020B0503050203000203" pitchFamily="50" charset="-127"/>
              </a:rPr>
              <a:t>Roll-up</a:t>
            </a:r>
            <a:r>
              <a:rPr lang="ko-KR" altLang="ko-KR" sz="1200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 패키지 형태) 자동으로 업그레이드합니다. 따라서 고정된 단일 버전을 유지하기보다는 최신 마이너 버전이나 안정화 패치가 상시 적용</a:t>
            </a:r>
            <a:r>
              <a:rPr lang="ko-KR" altLang="en-US" sz="1200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되는 방식입니다</a:t>
            </a:r>
            <a:r>
              <a:rPr lang="en-US" altLang="ko-KR" sz="1200" dirty="0">
                <a:latin typeface="IBM Plex Sans KR" panose="020B0503050203000203" pitchFamily="50" charset="-127"/>
                <a:ea typeface="IBM Plex Sans KR" panose="020B0503050203000203" pitchFamily="50" charset="-127"/>
              </a:rPr>
              <a:t>. </a:t>
            </a:r>
            <a:endParaRPr lang="ko-KR" altLang="en-US" sz="1200" dirty="0">
              <a:latin typeface="IBM Plex Sans KR" panose="020B0503050203000203" pitchFamily="50" charset="-127"/>
              <a:ea typeface="IBM Plex Sans KR" panose="020B0503050203000203" pitchFamily="50" charset="-127"/>
            </a:endParaRPr>
          </a:p>
        </p:txBody>
      </p:sp>
      <p:graphicFrame>
        <p:nvGraphicFramePr>
          <p:cNvPr id="3" name="표 722">
            <a:extLst>
              <a:ext uri="{FF2B5EF4-FFF2-40B4-BE49-F238E27FC236}">
                <a16:creationId xmlns:a16="http://schemas.microsoft.com/office/drawing/2014/main" id="{354B24A1-5BC2-0801-3A88-F87CBF305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163914"/>
              </p:ext>
            </p:extLst>
          </p:nvPr>
        </p:nvGraphicFramePr>
        <p:xfrm>
          <a:off x="336275" y="4743728"/>
          <a:ext cx="5590625" cy="661035"/>
        </p:xfrm>
        <a:graphic>
          <a:graphicData uri="http://schemas.openxmlformats.org/drawingml/2006/table">
            <a:tbl>
              <a:tblPr/>
              <a:tblGrid>
                <a:gridCol w="777763">
                  <a:extLst>
                    <a:ext uri="{9D8B030D-6E8A-4147-A177-3AD203B41FA5}">
                      <a16:colId xmlns:a16="http://schemas.microsoft.com/office/drawing/2014/main" val="3389862015"/>
                    </a:ext>
                  </a:extLst>
                </a:gridCol>
                <a:gridCol w="1327883">
                  <a:extLst>
                    <a:ext uri="{9D8B030D-6E8A-4147-A177-3AD203B41FA5}">
                      <a16:colId xmlns:a16="http://schemas.microsoft.com/office/drawing/2014/main" val="785724591"/>
                    </a:ext>
                  </a:extLst>
                </a:gridCol>
                <a:gridCol w="1745821">
                  <a:extLst>
                    <a:ext uri="{9D8B030D-6E8A-4147-A177-3AD203B41FA5}">
                      <a16:colId xmlns:a16="http://schemas.microsoft.com/office/drawing/2014/main" val="1678549895"/>
                    </a:ext>
                  </a:extLst>
                </a:gridCol>
                <a:gridCol w="1739158">
                  <a:extLst>
                    <a:ext uri="{9D8B030D-6E8A-4147-A177-3AD203B41FA5}">
                      <a16:colId xmlns:a16="http://schemas.microsoft.com/office/drawing/2014/main" val="2513654995"/>
                    </a:ext>
                  </a:extLst>
                </a:gridCol>
              </a:tblGrid>
              <a:tr h="3562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구분</a:t>
                      </a: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항목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제품/종류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버전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74074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Linux</a:t>
                      </a: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Red</a:t>
                      </a: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</a:t>
                      </a:r>
                      <a:r>
                        <a:rPr 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Hat</a:t>
                      </a: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Enterprise Linux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KR" panose="020B0503050203000203" pitchFamily="50" charset="-127"/>
                          <a:ea typeface="IBM Plex Sans KR" panose="020B0503050203000203" pitchFamily="50" charset="-127"/>
                        </a:rPr>
                        <a:t>9.x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IBM Plex Sans KR" panose="020B0503050203000203" pitchFamily="50" charset="-127"/>
                        <a:ea typeface="IBM Plex Sans KR" panose="020B0503050203000203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6098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1B45EF3-5E00-A904-8AB7-EEF3073BD3F0}"/>
              </a:ext>
            </a:extLst>
          </p:cNvPr>
          <p:cNvSpPr txBox="1"/>
          <p:nvPr/>
        </p:nvSpPr>
        <p:spPr>
          <a:xfrm>
            <a:off x="280423" y="5610576"/>
            <a:ext cx="58149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※ 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상기 라이센스는 </a:t>
            </a:r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Maximo IT (Maximo Application Suite 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포함</a:t>
            </a:r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)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 라이센스에 포함되어 제공됩니다</a:t>
            </a:r>
            <a:r>
              <a:rPr lang="en-US" altLang="ko-KR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.</a:t>
            </a:r>
            <a:r>
              <a:rPr lang="ko-KR" altLang="en-US" sz="1100" dirty="0"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endParaRPr lang="en-KR" sz="1100" dirty="0"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8675084"/>
      </p:ext>
    </p:extLst>
  </p:cSld>
  <p:clrMapOvr>
    <a:masterClrMapping/>
  </p:clrMapOvr>
</p:sld>
</file>

<file path=ppt/theme/theme1.xml><?xml version="1.0" encoding="utf-8"?>
<a:theme xmlns:a="http://schemas.openxmlformats.org/drawingml/2006/main" name="Device42">
  <a:themeElements>
    <a:clrScheme name="Simple Light">
      <a:dk1>
        <a:srgbClr val="1E0068"/>
      </a:dk1>
      <a:lt1>
        <a:srgbClr val="FFFFFF"/>
      </a:lt1>
      <a:dk2>
        <a:srgbClr val="191919"/>
      </a:dk2>
      <a:lt2>
        <a:srgbClr val="F0F1F2"/>
      </a:lt2>
      <a:accent1>
        <a:srgbClr val="F37033"/>
      </a:accent1>
      <a:accent2>
        <a:srgbClr val="FFCE07"/>
      </a:accent2>
      <a:accent3>
        <a:srgbClr val="0075EA"/>
      </a:accent3>
      <a:accent4>
        <a:srgbClr val="00D85C"/>
      </a:accent4>
      <a:accent5>
        <a:srgbClr val="9A52F7"/>
      </a:accent5>
      <a:accent6>
        <a:srgbClr val="1E0068"/>
      </a:accent6>
      <a:hlink>
        <a:srgbClr val="0075E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4020</TotalTime>
  <Words>469</Words>
  <Application>Microsoft Macintosh PowerPoint</Application>
  <PresentationFormat>Widescreen</PresentationFormat>
  <Paragraphs>112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IBM Plex Sans KR</vt:lpstr>
      <vt:lpstr>IBM Plex Sans KR Medm</vt:lpstr>
      <vt:lpstr>IBM Plex Sans KR SmBld</vt:lpstr>
      <vt:lpstr>IBM Plex Sans KR Text</vt:lpstr>
      <vt:lpstr>맑은 고딕</vt:lpstr>
      <vt:lpstr>Arial</vt:lpstr>
      <vt:lpstr>Roboto</vt:lpstr>
      <vt:lpstr>Roboto Black</vt:lpstr>
      <vt:lpstr>Device42</vt:lpstr>
      <vt:lpstr>인프라 아키텍쳐 구성(안) – IBM Maximo IT + Device42  </vt:lpstr>
      <vt:lpstr>제언 제품 소프트웨어 명세서 – IBM Maximo IT + Device42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인프라 아키텍쳐 구성(안) – IBM Maximo IT + Device42  </dc:title>
  <dc:creator>정 욱아</dc:creator>
  <cp:lastModifiedBy>AE YOUNG SUN</cp:lastModifiedBy>
  <cp:revision>7</cp:revision>
  <dcterms:created xsi:type="dcterms:W3CDTF">2026-06-05T07:23:52Z</dcterms:created>
  <dcterms:modified xsi:type="dcterms:W3CDTF">2026-06-23T14:05:32Z</dcterms:modified>
</cp:coreProperties>
</file>